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878e5a057b4628" /><Relationship Type="http://schemas.openxmlformats.org/officeDocument/2006/relationships/extended-properties" Target="/docProps/app.xml" Id="Rd837a76f78f145c2" /><Relationship Type="http://schemas.openxmlformats.org/officeDocument/2006/relationships/officeDocument" Target="/ppt/presentation.xml" Id="R340f8fd017fe4e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6f727c30a64d2a"/>
  </p:sldMasterIdLst>
  <p:notesMasterIdLst>
    <p:notesMasterId xmlns:r="http://schemas.openxmlformats.org/officeDocument/2006/relationships" r:id="Rf92fb833aa45467f"/>
  </p:notesMasterIdLst>
  <p:sldIdLst>
    <p:sldId xmlns:r="http://schemas.openxmlformats.org/officeDocument/2006/relationships" id="256" r:id="Rf31eb3ce13634579"/>
    <p:sldId xmlns:r="http://schemas.openxmlformats.org/officeDocument/2006/relationships" id="257" r:id="R4a6319d7ea1f4bfd"/>
    <p:sldId xmlns:r="http://schemas.openxmlformats.org/officeDocument/2006/relationships" id="258" r:id="R3743c8b533f74268"/>
    <p:sldId xmlns:r="http://schemas.openxmlformats.org/officeDocument/2006/relationships" id="259" r:id="Reccde873cd464c5e"/>
    <p:sldId xmlns:r="http://schemas.openxmlformats.org/officeDocument/2006/relationships" id="260" r:id="Rf271d93eb3524fc7"/>
    <p:sldId xmlns:r="http://schemas.openxmlformats.org/officeDocument/2006/relationships" id="261" r:id="R04f7d41b112047bf"/>
    <p:sldId xmlns:r="http://schemas.openxmlformats.org/officeDocument/2006/relationships" id="262" r:id="Rc39f9a33266f447e"/>
    <p:sldId xmlns:r="http://schemas.openxmlformats.org/officeDocument/2006/relationships" id="263" r:id="R12903aae40ea4695"/>
    <p:sldId xmlns:r="http://schemas.openxmlformats.org/officeDocument/2006/relationships" id="264" r:id="Rb238169392cd466d"/>
    <p:sldId xmlns:r="http://schemas.openxmlformats.org/officeDocument/2006/relationships" id="265" r:id="Rac614f2c84404e6b"/>
    <p:sldId xmlns:r="http://schemas.openxmlformats.org/officeDocument/2006/relationships" id="266" r:id="R6550d07ac4d346a0"/>
    <p:sldId xmlns:r="http://schemas.openxmlformats.org/officeDocument/2006/relationships" id="267" r:id="R501d18c81ebd4a40"/>
    <p:sldId xmlns:r="http://schemas.openxmlformats.org/officeDocument/2006/relationships" id="268" r:id="R80c966c7eded4692"/>
    <p:sldId xmlns:r="http://schemas.openxmlformats.org/officeDocument/2006/relationships" id="269" r:id="R592b61b9357f4713"/>
    <p:sldId xmlns:r="http://schemas.openxmlformats.org/officeDocument/2006/relationships" id="270" r:id="R5a2438bf830049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fd6c5b3ec04bd0" /><Relationship Type="http://schemas.openxmlformats.org/officeDocument/2006/relationships/slideMaster" Target="/ppt/slideMasters/slideMaster1.xml" Id="R8e6f727c30a64d2a" /><Relationship Type="http://schemas.openxmlformats.org/officeDocument/2006/relationships/notesMaster" Target="/ppt/notesMasters/notesMaster1.xml" Id="Rf92fb833aa45467f" /><Relationship Type="http://schemas.openxmlformats.org/officeDocument/2006/relationships/presProps" Target="/ppt/presProps.xml" Id="R66eb6b9718ed4799" /><Relationship Type="http://schemas.openxmlformats.org/officeDocument/2006/relationships/tableStyles" Target="/ppt/tableStyles.xml" Id="R35b093ee47c1463b" /><Relationship Type="http://schemas.openxmlformats.org/officeDocument/2006/relationships/slide" Target="/ppt/slides/slide1.xml" Id="Rf31eb3ce13634579" /><Relationship Type="http://schemas.openxmlformats.org/officeDocument/2006/relationships/slide" Target="/ppt/slides/slide2.xml" Id="R4a6319d7ea1f4bfd" /><Relationship Type="http://schemas.openxmlformats.org/officeDocument/2006/relationships/slide" Target="/ppt/slides/slide3.xml" Id="R3743c8b533f74268" /><Relationship Type="http://schemas.openxmlformats.org/officeDocument/2006/relationships/slide" Target="/ppt/slides/slide4.xml" Id="Reccde873cd464c5e" /><Relationship Type="http://schemas.openxmlformats.org/officeDocument/2006/relationships/slide" Target="/ppt/slides/slide5.xml" Id="Rf271d93eb3524fc7" /><Relationship Type="http://schemas.openxmlformats.org/officeDocument/2006/relationships/slide" Target="/ppt/slides/slide6.xml" Id="R04f7d41b112047bf" /><Relationship Type="http://schemas.openxmlformats.org/officeDocument/2006/relationships/slide" Target="/ppt/slides/slide7.xml" Id="Rc39f9a33266f447e" /><Relationship Type="http://schemas.openxmlformats.org/officeDocument/2006/relationships/slide" Target="/ppt/slides/slide8.xml" Id="R12903aae40ea4695" /><Relationship Type="http://schemas.openxmlformats.org/officeDocument/2006/relationships/slide" Target="/ppt/slides/slide9.xml" Id="Rb238169392cd466d" /><Relationship Type="http://schemas.openxmlformats.org/officeDocument/2006/relationships/slide" Target="/ppt/slides/slide10.xml" Id="Rac614f2c84404e6b" /><Relationship Type="http://schemas.openxmlformats.org/officeDocument/2006/relationships/slide" Target="/ppt/slides/slide11.xml" Id="R6550d07ac4d346a0" /><Relationship Type="http://schemas.openxmlformats.org/officeDocument/2006/relationships/slide" Target="/ppt/slides/slide12.xml" Id="R501d18c81ebd4a40" /><Relationship Type="http://schemas.openxmlformats.org/officeDocument/2006/relationships/slide" Target="/ppt/slides/slide13.xml" Id="R80c966c7eded4692" /><Relationship Type="http://schemas.openxmlformats.org/officeDocument/2006/relationships/slide" Target="/ppt/slides/slide14.xml" Id="R592b61b9357f4713" /><Relationship Type="http://schemas.openxmlformats.org/officeDocument/2006/relationships/slide" Target="/ppt/slides/slide15.xml" Id="R5a2438bf830049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6215c75b6d49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b8f0bae1e34af4" /><Relationship Type="http://schemas.openxmlformats.org/officeDocument/2006/relationships/notesMaster" Target="/ppt/notesMasters/notesMaster1.xml" Id="R2f45a273e5924e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fcb1ddb1f04320" /><Relationship Type="http://schemas.openxmlformats.org/officeDocument/2006/relationships/notesMaster" Target="/ppt/notesMasters/notesMaster1.xml" Id="R9c4dc33db61e4d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41a6e1d012484a" /><Relationship Type="http://schemas.openxmlformats.org/officeDocument/2006/relationships/notesMaster" Target="/ppt/notesMasters/notesMaster1.xml" Id="Rcf26c5c8d86d4e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a58ecf917f4b54" /><Relationship Type="http://schemas.openxmlformats.org/officeDocument/2006/relationships/notesMaster" Target="/ppt/notesMasters/notesMaster1.xml" Id="Rbe2e3b4d1b0b481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b7e3c9be94465b" /><Relationship Type="http://schemas.openxmlformats.org/officeDocument/2006/relationships/notesMaster" Target="/ppt/notesMasters/notesMaster1.xml" Id="R6fd10539a6bb4b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9408be4b3c48ff" /><Relationship Type="http://schemas.openxmlformats.org/officeDocument/2006/relationships/notesMaster" Target="/ppt/notesMasters/notesMaster1.xml" Id="Rf4044a6b17e547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ef849b593e4e10" /><Relationship Type="http://schemas.openxmlformats.org/officeDocument/2006/relationships/notesMaster" Target="/ppt/notesMasters/notesMaster1.xml" Id="R16066dab3d4141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b957e1ffde4d88" /><Relationship Type="http://schemas.openxmlformats.org/officeDocument/2006/relationships/notesMaster" Target="/ppt/notesMasters/notesMaster1.xml" Id="R9a8251691d114d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45875ee2c94159" /><Relationship Type="http://schemas.openxmlformats.org/officeDocument/2006/relationships/notesMaster" Target="/ppt/notesMasters/notesMaster1.xml" Id="R926647c9e23044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55d266a31f4c17" /><Relationship Type="http://schemas.openxmlformats.org/officeDocument/2006/relationships/notesMaster" Target="/ppt/notesMasters/notesMaster1.xml" Id="R5165f8132f154e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a51d0aaac04387" /><Relationship Type="http://schemas.openxmlformats.org/officeDocument/2006/relationships/notesMaster" Target="/ppt/notesMasters/notesMaster1.xml" Id="R32ba601e70f94e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1d1118933624ed4" /><Relationship Type="http://schemas.openxmlformats.org/officeDocument/2006/relationships/notesMaster" Target="/ppt/notesMasters/notesMaster1.xml" Id="Rffc7b9b0ad3742a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b24c3e8391446a" /><Relationship Type="http://schemas.openxmlformats.org/officeDocument/2006/relationships/notesMaster" Target="/ppt/notesMasters/notesMaster1.xml" Id="R2c405e411fa945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492a79af9d944fe" /><Relationship Type="http://schemas.openxmlformats.org/officeDocument/2006/relationships/notesMaster" Target="/ppt/notesMasters/notesMaster1.xml" Id="R224b22f2325047d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805ef708bb4669" /><Relationship Type="http://schemas.openxmlformats.org/officeDocument/2006/relationships/notesMaster" Target="/ppt/notesMasters/notesMaster1.xml" Id="Rdfddbbac31474b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355be16144b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a7700e2b134e30" /><Relationship Type="http://schemas.openxmlformats.org/officeDocument/2006/relationships/slideLayout" Target="/ppt/slideLayouts/slideLayout1.xml" Id="Ra5b73b9daeb34a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b73b9daeb34a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6c24b916e4b28" /><Relationship Type="http://schemas.openxmlformats.org/officeDocument/2006/relationships/image" Target="/ppt/media/image.jpeg" Id="R8b08583e2a8f400d" /><Relationship Type="http://schemas.openxmlformats.org/officeDocument/2006/relationships/notesSlide" Target="/ppt/notesSlides/notesSlide1.xml" Id="R10115e5391fb41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928f6d7ce4aa5" /><Relationship Type="http://schemas.openxmlformats.org/officeDocument/2006/relationships/image" Target="/ppt/media/image2.jpeg" Id="Ra5b645f731c94ffd" /><Relationship Type="http://schemas.openxmlformats.org/officeDocument/2006/relationships/notesSlide" Target="/ppt/notesSlides/notesSlide2.xml" Id="Rdee4ec1a9e3d4b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3d48410aa423a" /><Relationship Type="http://schemas.openxmlformats.org/officeDocument/2006/relationships/image" Target="/ppt/media/image3.jpeg" Id="R53657cc31ca34528" /><Relationship Type="http://schemas.openxmlformats.org/officeDocument/2006/relationships/notesSlide" Target="/ppt/notesSlides/notesSlide3.xml" Id="Rbaab4fa7b0c145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e2b4bb7cc4a21" /><Relationship Type="http://schemas.openxmlformats.org/officeDocument/2006/relationships/image" Target="/ppt/media/image4.jpeg" Id="R3f51c0d5401b4182" /><Relationship Type="http://schemas.openxmlformats.org/officeDocument/2006/relationships/notesSlide" Target="/ppt/notesSlides/notesSlide4.xml" Id="R7119e4928a0949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34fdbd0f549cf" /><Relationship Type="http://schemas.openxmlformats.org/officeDocument/2006/relationships/image" Target="/ppt/media/image5.jpeg" Id="R704a14cbc5664e06" /><Relationship Type="http://schemas.openxmlformats.org/officeDocument/2006/relationships/notesSlide" Target="/ppt/notesSlides/notesSlide5.xml" Id="R969f5ba5c26d40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5d85edd1a472e" /><Relationship Type="http://schemas.openxmlformats.org/officeDocument/2006/relationships/image" Target="/ppt/media/image6.jpeg" Id="Rc51125ca94e640ab" /><Relationship Type="http://schemas.openxmlformats.org/officeDocument/2006/relationships/notesSlide" Target="/ppt/notesSlides/notesSlide6.xml" Id="Rac1e3bae5b344c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262e6a7d30485e" /><Relationship Type="http://schemas.openxmlformats.org/officeDocument/2006/relationships/image" Target="/ppt/media/image7.jpeg" Id="R1786c645745a4422" /><Relationship Type="http://schemas.openxmlformats.org/officeDocument/2006/relationships/notesSlide" Target="/ppt/notesSlides/notesSlide7.xml" Id="R3eb5ffec8f6243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277b91f5e4236" /><Relationship Type="http://schemas.openxmlformats.org/officeDocument/2006/relationships/image" Target="/ppt/media/image8.jpeg" Id="R0567e92a26bb4127" /><Relationship Type="http://schemas.openxmlformats.org/officeDocument/2006/relationships/notesSlide" Target="/ppt/notesSlides/notesSlide8.xml" Id="Re4d5672e91ce45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2c63626a7484d" /><Relationship Type="http://schemas.openxmlformats.org/officeDocument/2006/relationships/image" Target="/ppt/media/image9.jpeg" Id="R3dd80d74084f44fb" /><Relationship Type="http://schemas.openxmlformats.org/officeDocument/2006/relationships/notesSlide" Target="/ppt/notesSlides/notesSlide9.xml" Id="Reb5884c9a4c043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15655f0481459c" /><Relationship Type="http://schemas.openxmlformats.org/officeDocument/2006/relationships/image" Target="/ppt/media/image10.jpeg" Id="R45a366a1417d4040" /><Relationship Type="http://schemas.openxmlformats.org/officeDocument/2006/relationships/notesSlide" Target="/ppt/notesSlides/notesSlide10.xml" Id="Rbc85d830d0874c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428844fe54b49" /><Relationship Type="http://schemas.openxmlformats.org/officeDocument/2006/relationships/image" Target="/ppt/media/image11.jpeg" Id="R0e1cf3ec77544673" /><Relationship Type="http://schemas.openxmlformats.org/officeDocument/2006/relationships/notesSlide" Target="/ppt/notesSlides/notesSlide11.xml" Id="R97b2bf1827fc41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33ff667d444f1" /><Relationship Type="http://schemas.openxmlformats.org/officeDocument/2006/relationships/image" Target="/ppt/media/image12.jpeg" Id="R332530dd43fb4549" /><Relationship Type="http://schemas.openxmlformats.org/officeDocument/2006/relationships/notesSlide" Target="/ppt/notesSlides/notesSlide12.xml" Id="R950910c49ab545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0b6a6bfeb4b29" /><Relationship Type="http://schemas.openxmlformats.org/officeDocument/2006/relationships/image" Target="/ppt/media/image13.jpeg" Id="Rc317435163104b01" /><Relationship Type="http://schemas.openxmlformats.org/officeDocument/2006/relationships/notesSlide" Target="/ppt/notesSlides/notesSlide13.xml" Id="R4326bfbbe15a48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c72fb98c349b1" /><Relationship Type="http://schemas.openxmlformats.org/officeDocument/2006/relationships/image" Target="/ppt/media/image14.jpeg" Id="R474c9bbf34ef45c9" /><Relationship Type="http://schemas.openxmlformats.org/officeDocument/2006/relationships/notesSlide" Target="/ppt/notesSlides/notesSlide14.xml" Id="Rd022a4458f6146d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b87b9c58c64abf" /><Relationship Type="http://schemas.openxmlformats.org/officeDocument/2006/relationships/image" Target="/ppt/media/image15.jpeg" Id="R16d5066b912e4069" /><Relationship Type="http://schemas.openxmlformats.org/officeDocument/2006/relationships/notesSlide" Target="/ppt/notesSlides/notesSlide15.xml" Id="R2c1de21dca3643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0023A9-659D-4E5B-98B1-593F25F8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7429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剧本、主体与分镜工作流教程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BF468-8239-4EDD-9BA6-AF476B3F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76500"/>
            <a:ext cx="609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33333"/>
                </a:solidFill>
              </a:defRPr>
            </a:pPr>
            <a:r>
              <a:rPr sz="1875" b="0">
                <a:solidFill>
                  <a:srgbClr val="333333"/>
                </a:solidFill>
              </a:rPr>
              <a:t>覆盖剧本分段、主体提取、主体生成、主体库、分镜输出和批量分镜图。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092DF-3CE2-4E48-A163-F5D3A0DD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719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基于 12 个 P0 教程视频、4380 张 2s 帧和 2672 条音频证据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81B94-BAB3-4A8E-86B8-B4BE8353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781050"/>
            <a:ext cx="48387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8583e2a8f400d"/>
          <a:stretch xmlns:a="http://schemas.openxmlformats.org/drawingml/2006/main"/>
        </p:blipFill>
        <p:spPr>
          <a:xfrm xmlns:a="http://schemas.openxmlformats.org/drawingml/2006/main">
            <a:off x="7029450" y="1463278"/>
            <a:ext cx="4686300" cy="263604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0BA749-402B-47EE-A10C-2EBDA56E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62343C-A4B4-4090-8756-C69356FD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AniShort Academy P0 深度教程包 | 20260701-134944</a:t>
            </a:r>
          </a:p>
        </p:txBody>
      </p:sp>
    </p:spTree>
    <p:extLst>
      <p:ext uri="{BB962C8B-B14F-4D97-AF65-F5344CB8AC3E}">
        <p14:creationId xmlns:p14="http://schemas.microsoft.com/office/powerpoint/2010/main" val="1983706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14EFD0-3ED8-497E-9986-59688433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剧本工作流由四个核心节点串起来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F78DEA-F5BC-411B-9904-CEF22FB8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2284E-E0D8-46D3-9361-1DBC3235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</a:defRPr>
            </a:pPr>
            <a:r>
              <a:rPr sz="1800" b="0">
                <a:solidFill>
                  <a:srgbClr val="333333"/>
                </a:solidFill>
              </a:rPr>
              <a:t>这不是单个剧本节点的扩展，而是完整链路。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16C07-5821-4DF2-9AB8-6A26DDC7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03073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BDD75-3C1C-45E0-9F76-40812AA1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9577A-98BF-4EDD-88D3-0DD0571A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172593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剧本节点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71CA9-6DB8-4329-851D-B1D610DC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230" y="2247900"/>
            <a:ext cx="203073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4336E-12A2-46D1-AA43-0D9A114F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2419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2410C"/>
                </a:solidFill>
              </a:defRPr>
            </a:pPr>
            <a:r>
              <a:rPr sz="1950" b="1">
                <a:solidFill>
                  <a:srgbClr val="C2410C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DE0B8-8D31-4B35-BFC4-A7151E89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4630" y="2895600"/>
            <a:ext cx="172593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剧本分段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05F10-C8D4-4982-9E2F-447FD370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410" y="2247900"/>
            <a:ext cx="203073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8BA3A-F7D2-4405-8088-5012A5B0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2419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857C5-D0D8-4879-B8AE-7CABBEBD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810" y="2895600"/>
            <a:ext cx="172593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主体提取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44230E-D315-4952-9BE2-7A8F62C4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590" y="2247900"/>
            <a:ext cx="203073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A8B56C-7738-44CE-8AB2-F8891793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990" y="2419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7E5AA-29F4-4139-9044-A366C6F0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8990" y="2895600"/>
            <a:ext cx="172593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主体生成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86EA56-8207-4A9B-B101-09318EE1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770" y="2247900"/>
            <a:ext cx="203073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7FCB9D-7374-45BF-8AF5-E540E83C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170" y="2419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233C5-4135-4727-928E-3FE187C0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170" y="2895600"/>
            <a:ext cx="172593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分镜生成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ECF6E-C89E-493F-A2EE-132F004F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43400"/>
            <a:ext cx="4610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645f731c94ffd"/>
          <a:stretch xmlns:a="http://schemas.openxmlformats.org/drawingml/2006/main"/>
        </p:blipFill>
        <p:spPr>
          <a:xfrm xmlns:a="http://schemas.openxmlformats.org/drawingml/2006/main">
            <a:off x="8149167" y="4419600"/>
            <a:ext cx="2675467" cy="150495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B97FA-7BCF-4312-BD36-B5F6F1B7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333333"/>
                </a:solidFill>
              </a:defRPr>
            </a:pPr>
            <a:r>
              <a:rPr sz="1575" b="0">
                <a:solidFill>
                  <a:srgbClr val="333333"/>
                </a:solidFill>
              </a:rPr>
              <a:t>每一步都要有结构化输出和可恢复状态。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ACDD7-CDB7-43FA-BE6F-B770D89B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ED03A5-8786-4797-AB1A-920CF76F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 剧本主体分镜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39E32E-0A7F-4AD7-84EA-54F78E45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证据：P0-7 优化情节、智能分段、一键生成提示词 00:00:18-00:00:21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9906DB-6B79-4033-A320-1BBCA3ED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2/15</a:t>
            </a:r>
          </a:p>
        </p:txBody>
      </p:sp>
    </p:spTree>
    <p:extLst>
      <p:ext uri="{BB962C8B-B14F-4D97-AF65-F5344CB8AC3E}">
        <p14:creationId xmlns:p14="http://schemas.microsoft.com/office/powerpoint/2010/main" val="17658138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CA958C-7957-4709-B3BD-6B5943A9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剧本节点负责导入、AI 创作和多集拆分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78E844-7A85-41C2-BF56-3F5F45F4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D364F-327A-4682-8DFA-C1E26E6A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剧本节点是文本来源，而不是全部逻辑所在。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E5270-8B67-4096-A5BC-1DB5B5D8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支持导入外部剧本。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支持 AI 剧本创作。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多集剧本可一键拆分后进入分段。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6B1A8-2D0C-4FD8-A257-9A0145BD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FDB0A-42D6-40DE-A478-4175FB30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剧本文本应保留原始内容、来源和拆分版本。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84FB1-0E2C-469A-BBE5-84CC6F5F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57cc31ca34528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7924F-328E-4119-B064-0AFEDBB0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负责导入外部剧本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658BC-BFA1-42A9-9F70-8C4B2A25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51AE54-E293-4EB2-92E1-6EDE05BF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 剧本主体分镜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89C3F-D41F-47B0-B305-A14CDA08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证据：P0-7 优化情节、智能分段、一键生成提示词 00:00:35-00:00:37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EABA1-4B85-48BD-B39B-A7E741EB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3/15</a:t>
            </a:r>
          </a:p>
        </p:txBody>
      </p:sp>
    </p:spTree>
    <p:extLst>
      <p:ext uri="{BB962C8B-B14F-4D97-AF65-F5344CB8AC3E}">
        <p14:creationId xmlns:p14="http://schemas.microsoft.com/office/powerpoint/2010/main" val="4485911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81C5FF-EF8C-42B1-B3A5-7483C573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剧本分段节点包含三个子能力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B8164-D810-4238-81BE-0899A056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CACF3-C00F-4F28-94AD-FEC2559F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分段节点要同时处理格式、剧情和镜头段落。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56E94-688B-4021-93CB-4C2FD8BC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剧本整理：清理格式和多集文本。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剧本审阅：检查情节和钩子。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分镜段落：拆成适合生成的段落。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CE2C0-6E68-4BC0-8CF1-4ED66B9E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D640F-C39D-4D44-929A-91F18F3E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PRD 需要把这三项作为节点内部能力列出。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883536-C08D-457B-83CE-AC0EE8E9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1c0d5401b4182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5BE48-8497-4FD0-AB27-64C37F72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都搞定后,点击剧本分段自动进入下一步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91D538-72A7-48EA-86C3-AC23BB9E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27CEB-83D0-43FC-8BB4-473BF927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 剧本主体分镜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2E2DD-9C48-4AA6-BBAB-B968F47C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证据：P0-7 优化情节、智能分段、一键生成提示词 00:00:43-00:00:47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BF9D78-5CE5-40FA-AC32-39E0462F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4/15</a:t>
            </a:r>
          </a:p>
        </p:txBody>
      </p:sp>
    </p:spTree>
    <p:extLst>
      <p:ext uri="{BB962C8B-B14F-4D97-AF65-F5344CB8AC3E}">
        <p14:creationId xmlns:p14="http://schemas.microsoft.com/office/powerpoint/2010/main" val="3504319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2F79FB-AB1B-49A7-AAC2-C2B17B6C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原样输出和 AI 改写必须明确区分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20A3E-C696-4923-A139-D2D60896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99BC7-FFD6-48AA-B610-25B6E318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用户不想改剧本时，需要完全保留原文。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1CB10-63DE-4BD1-B24C-B14B66E1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原样输出不得改动原剧本。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AI 改写要保留原文和优化稿。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智能分段和固定分段都要计算实际时长。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42DE9D-4CA9-42B3-AAC2-BC816095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9BC71-09DD-4B9B-9BB9-1396B6CB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自动测试要比较原样输出和输入文本是否一致。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A5F967-196F-4626-BDC8-7012B18F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a14cbc5664e06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13771-EE98-4357-9379-534AE597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原样输出模式,剧本不会被改动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C6D08-B1C7-4F32-AB0B-EA6638C2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B572F-4FB7-4E31-91CD-87D6360D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 剧本主体分镜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C26A4-7597-4CAB-B1B6-77059E16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证据：P0-7 优化情节、智能分段、一键生成提示词 00:01:03-00:01:07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919AD-310B-45AB-97BB-D69531AC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5/15</a:t>
            </a:r>
          </a:p>
        </p:txBody>
      </p:sp>
    </p:spTree>
    <p:extLst>
      <p:ext uri="{BB962C8B-B14F-4D97-AF65-F5344CB8AC3E}">
        <p14:creationId xmlns:p14="http://schemas.microsoft.com/office/powerpoint/2010/main" val="756485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EF3A5F-D90F-409A-90BD-00DD6A9B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主体提取输出的是可编辑资产表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B6787-ADF8-4E53-AC9F-B83D7B9A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3D516-ECE4-4E82-A928-72BFCBCE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主体提取阶段不生成设定图。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37CAD-2D58-4B9E-AF96-D499FB7E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提取人物、场景、道具。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形成主体资产表。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用户可补充或删除主体。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666DC-0A3D-4923-BB6E-2F9BB804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B82A9-E87F-40A0-8BE5-2CD99202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资产表是后续主体生成和分镜的冻结输入。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182B74-2350-4AD7-AF79-7BCC87D5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125ca94e640ab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93522-3064-4DFB-8314-478CF2DD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完成后点击主体提取自动进入下一步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E29610-B20C-494A-B61C-812BD9F9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0A127-6119-41BD-8F5F-9AEC3C29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 剧本主体分镜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76DEC-3724-4336-8860-F510729D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证据：P0-7 优化情节、智能分段、一键生成提示词 00:01:22-00:01:26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A1B9C5-8893-4367-A350-33DE4AC8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6/15</a:t>
            </a:r>
          </a:p>
        </p:txBody>
      </p:sp>
    </p:spTree>
    <p:extLst>
      <p:ext uri="{BB962C8B-B14F-4D97-AF65-F5344CB8AC3E}">
        <p14:creationId xmlns:p14="http://schemas.microsoft.com/office/powerpoint/2010/main" val="622041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788335-547C-466E-8036-15391296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主体生成根据资产表生成提示词和设定图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421F3-F36B-43A8-8F3A-1E269898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430E6-FA12-45FC-AD73-03B618C3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主体生成要按主体逐项执行。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C8744-7B12-4BA6-8C61-AC339ED6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AI 为人物、场景、道具写提示词。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可重新生成特定主体的提示词。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再进入主体设定图生成。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635DF-5D32-4283-BE43-2D35CAE5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239C5-F695-4DDC-9576-F6868F01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失败不能阻断全部主体，单项要可重试。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1D6CC-8BE1-49A1-A400-EE0BB4D2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6c645745a4422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9B102-5EFD-4AD6-A6B7-7E688664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完成后点击主体生成自动进入下一步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A7F578-A596-4B74-BC47-2900BAEC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7C4C0-7BD1-41E5-A8DF-55EEB057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 剧本主体分镜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7D37B-8399-4CCF-B897-D276FA09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证据：P0-7 优化情节、智能分段、一键生成提示词 00:01:43-00:01:47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5CF424-1917-4F88-B7FF-21E4C6A7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7/15</a:t>
            </a:r>
          </a:p>
        </p:txBody>
      </p:sp>
    </p:spTree>
    <p:extLst>
      <p:ext uri="{BB962C8B-B14F-4D97-AF65-F5344CB8AC3E}">
        <p14:creationId xmlns:p14="http://schemas.microsoft.com/office/powerpoint/2010/main" val="15974347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38847C-1E98-4495-ACF0-07154BA7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主体设定图需要分类加入主体库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E5392-E5BE-46D1-B260-CB99460E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08A64-F575-4E24-BD1E-00829BB0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主体库是后续一致性的基础。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C8D89-7F17-414B-BF8D-C2B6ED2F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角色、场景、道具按分类入库。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名称和分类影响后续拉取。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入库动作需要用户明确确认。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F7765-A5DE-4489-917C-240DCC0D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5ECA4-4222-45BF-8F99-03C97000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不允许静默自动入库。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61E53-25FC-4325-BA7F-1058468EC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7e92a26bb4127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C3FDDB-FEA9-482B-A8A6-39441CD9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设定图有两种形式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B3F08-BA25-4373-9BD8-40348CE3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1D6C7-798D-4A12-BAAB-8FA62CC3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 剧本主体分镜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522BC8-2669-400A-A32A-9B95DE8F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证据：P0-7 优化情节、智能分段、一键生成提示词 00:02:09-00:02:14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2A94FB-C7D1-4B11-B958-8133D804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8/15</a:t>
            </a:r>
          </a:p>
        </p:txBody>
      </p:sp>
    </p:spTree>
    <p:extLst>
      <p:ext uri="{BB962C8B-B14F-4D97-AF65-F5344CB8AC3E}">
        <p14:creationId xmlns:p14="http://schemas.microsoft.com/office/powerpoint/2010/main" val="4799897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AD5571-4462-45F3-92CD-5BCE0F71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新版主体提取会先检查主体库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562D0-C965-4BD6-99FA-E326A1A5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47B66-EBC3-47E0-947C-BB70268A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已有主体不重复生成，缺失主体再处理。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554E61-B05A-4357-9073-A8B25012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主体库在多集之间共享。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提取结果标记已有和缺失。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名称错误可以在提取阶段修正。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671FC1-2330-4961-AADB-6C5AC7E2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21E0E-F357-40E5-923E-C44B7EF7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这是减少多集角色漂移的关键。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43983-514A-472A-8CBD-328C4C80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80d74084f44fb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D6EEB0-6B10-4DA5-9FFD-61BF81DF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所以这个时候在AI在优化的过程中,其实它并不会带来多大的一个变化。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66B8ED-1BE9-438D-AD92-2032146F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2ED28-A18B-4CE4-9617-5F09FD00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 剧本主体分镜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5C48FA-DFCD-4D0F-BBA7-79A96C44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证据：P0-2 AniShort最新工作流 00:02:56-00:03:00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F955C8-76C4-42EC-9CAE-F1B66983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9/15</a:t>
            </a:r>
          </a:p>
        </p:txBody>
      </p:sp>
    </p:spTree>
    <p:extLst>
      <p:ext uri="{BB962C8B-B14F-4D97-AF65-F5344CB8AC3E}">
        <p14:creationId xmlns:p14="http://schemas.microsoft.com/office/powerpoint/2010/main" val="2581753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8416CD-6899-4855-926A-5FD86149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分镜节点需要设置分段方式和时长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4985D-D318-4033-BBFE-24B8D04C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D1119-395A-4AD7-A64F-BC18618B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分镜不是直接生成图片，而是先确定节奏。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46DF2-60B0-4C3A-84B8-FC901F2E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支持两种分段方式。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配置影片时长和分段数。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时长用于计算每个九宫格覆盖的剧情长度。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74371-A13E-49E4-815F-F6A44E49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8BA36-AF46-4EA9-8DEA-16567BCC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2 分钟 8 段是标准验收案例。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F2D3C-50E7-4EB6-913C-104A45A9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366a1417d4040"/>
          <a:stretch xmlns:a="http://schemas.openxmlformats.org/drawingml/2006/main"/>
        </p:blipFill>
        <p:spPr>
          <a:xfrm xmlns:a="http://schemas.openxmlformats.org/drawingml/2006/main">
            <a:off x="6667500" y="1637620"/>
            <a:ext cx="5048250" cy="266836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C93F49-0A6A-4074-8B62-58A9E306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可以看到有两个分段方式的选项和时长分段数的设置。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E0407-AC09-4776-B235-407CDBA3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DE7318-9747-4BA5-9CC9-ADB4B401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 剧本主体分镜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C5A8B-1604-4824-ACF7-36EDDDC7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证据：P0-9 分镜制作解析 00:00:46-00:00:51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E3569-4822-4390-A345-5D07D24B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10/15</a:t>
            </a:r>
          </a:p>
        </p:txBody>
      </p:sp>
    </p:spTree>
    <p:extLst>
      <p:ext uri="{BB962C8B-B14F-4D97-AF65-F5344CB8AC3E}">
        <p14:creationId xmlns:p14="http://schemas.microsoft.com/office/powerpoint/2010/main" val="19757075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FAE159-CFC0-46A1-BD9E-F59C544F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九宫格和四宫格用于控制叙事节奏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5F489D-5182-4198-89A6-A3912DDC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EA822-2F19-401A-BDC8-831CBC17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宫格图让视频生成前的画面节奏可检查。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A442D-1B55-4A0B-B202-7A003F0F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九宫格是 3x3 画面布局。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四宫格适合更少镜头的段落。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宫格图可作为视频参考，也可拆帧。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B28CF9-EDBE-4F2B-A0C4-B9DFDDAB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60B27-0A55-4031-810D-F816E210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分镜图是控制画面，而不是最终成片。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E4D333-AA76-4FD1-BB06-DDE37808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cf3ec77544673"/>
          <a:stretch xmlns:a="http://schemas.openxmlformats.org/drawingml/2006/main"/>
        </p:blipFill>
        <p:spPr>
          <a:xfrm xmlns:a="http://schemas.openxmlformats.org/drawingml/2006/main">
            <a:off x="6667500" y="1637620"/>
            <a:ext cx="5048250" cy="266836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F31B2-CE52-4427-8DD8-35225DF4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在脚本生成之前,我们先了解什么是四宫格、九宫格,其次我们还需要了解如何设置时长计算分段数。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1DD73-E44F-4DE9-A500-655472E3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73002B-773F-4748-B5A6-F46D6061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 剧本主体分镜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B4380-C7CB-4044-9170-AC12B57D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证据：P0-9 分镜制作解析 00:00:55-00:01:08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BC6D0-91DA-46F5-83D3-D81EB1B6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11/15</a:t>
            </a:r>
          </a:p>
        </p:txBody>
      </p:sp>
    </p:spTree>
    <p:extLst>
      <p:ext uri="{BB962C8B-B14F-4D97-AF65-F5344CB8AC3E}">
        <p14:creationId xmlns:p14="http://schemas.microsoft.com/office/powerpoint/2010/main" val="6367205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0EF6E2-C8C6-4715-ACB5-ADC911E8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分镜输出包含三类核心内容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8F3AF-AF46-4C77-A242-E95F165A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6D28A-0A59-417F-98C1-E7EC33D9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输出结构要能被下游自动读取。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08F8BC-4CDB-4796-8432-EF0A495F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主体汇总表。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九宫格图片提示词。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视频生成提示词。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87681-D41C-4A7A-B4A1-289E0B193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E8E0D9-E241-421D-9E65-551AE21D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全屏查看和复制能力也要保留。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C8117-91C8-44EB-A1E3-AAE2F238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530dd43fb4549"/>
          <a:stretch xmlns:a="http://schemas.openxmlformats.org/drawingml/2006/main"/>
        </p:blipFill>
        <p:spPr>
          <a:xfrm xmlns:a="http://schemas.openxmlformats.org/drawingml/2006/main">
            <a:off x="6667500" y="1637620"/>
            <a:ext cx="5048250" cy="266836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DA407-9A3A-4517-BB47-4FAFB3A3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这里以影片时长两分钟为例,若分为八段,则每段15秒。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65A5C-89B6-45E7-9FA7-3B2ADAE3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53505-448C-448F-81BB-2AF5EBDF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 剧本主体分镜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98CF99-2C7A-4233-9BD1-3867E80F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证据：P0-9 分镜制作解析 00:01:51-00:01:56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B4D28-F122-4FDD-99F3-53E70F7E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12/15</a:t>
            </a:r>
          </a:p>
        </p:txBody>
      </p:sp>
    </p:spTree>
    <p:extLst>
      <p:ext uri="{BB962C8B-B14F-4D97-AF65-F5344CB8AC3E}">
        <p14:creationId xmlns:p14="http://schemas.microsoft.com/office/powerpoint/2010/main" val="9818027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126119-5FBC-486E-9B2B-7E7E0CB9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生成分镜图前先从主体库拉取主体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82A46-C110-4A16-A288-BE230FDD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62C26-B3C9-4D40-AC4A-E8E6BE0F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主体设定图是分镜图稳定的前置输入。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452BB-B947-4CDF-94ED-B29C71F6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从主体库拉取分镜涉及的主体。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把设定图放到画布中供引用。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若主体遗漏，允许自动补充。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81339-24F6-4215-9AB3-51644F5F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353357-7C1D-4126-8B96-D5B4F520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E2E 要覆盖缺失主体场景。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667E4E-9883-4F8D-8AF3-91C19853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7435163104b01"/>
          <a:stretch xmlns:a="http://schemas.openxmlformats.org/drawingml/2006/main"/>
        </p:blipFill>
        <p:spPr>
          <a:xfrm xmlns:a="http://schemas.openxmlformats.org/drawingml/2006/main">
            <a:off x="6667500" y="1637620"/>
            <a:ext cx="5048250" cy="266836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3829C-2254-44B1-8305-377AC858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其次是九宫格图片的提示词,这里AI将每个九宫格的信息和九宫格中每个画面的剧情都做了说明。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22C9B-32EE-4A3D-8F75-D18D0AF1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B5EA1-8D6A-445B-AF89-5F4A8422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 剧本主体分镜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ED37F-254E-4B9D-AE54-2A453766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证据：P0-9 分镜制作解析 00:02:38-00:02:48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D2BEFC-8DC2-4591-862A-4B1BB3A5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13/15</a:t>
            </a:r>
          </a:p>
        </p:txBody>
      </p:sp>
    </p:spTree>
    <p:extLst>
      <p:ext uri="{BB962C8B-B14F-4D97-AF65-F5344CB8AC3E}">
        <p14:creationId xmlns:p14="http://schemas.microsoft.com/office/powerpoint/2010/main" val="13513468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E6ABD-FE70-4FF8-A579-508681C3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批量分镜图会自动创建图片节点和分组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E0B41-F3C6-46F8-B34A-8CCCF03D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1E7B6-9DE1-44DF-9F5D-662D6183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分镜图生成结果不是一个文件，而是一组节点。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E8DBC-B0CA-4EB2-A715-7737FA3A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每个分镜图进入独立图片节点。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自动打组为九宫格分镜组。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不满意可改提示词重新生成。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17913-F4D1-49EF-A5ED-FEDBABC0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D6CCD-F557-44E9-A2F1-558A15C9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分组关系要进入画布快照。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ACF41D-B557-41AE-A868-B31986A9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c9bbf34ef45c9"/>
          <a:stretch xmlns:a="http://schemas.openxmlformats.org/drawingml/2006/main"/>
        </p:blipFill>
        <p:spPr>
          <a:xfrm xmlns:a="http://schemas.openxmlformats.org/drawingml/2006/main">
            <a:off x="6667500" y="1637620"/>
            <a:ext cx="5048250" cy="266836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C05B7-C65C-4236-8F44-474375D4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若检测到画布中存在遗漏的情况,会自动补充生成主体。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C56E6-536E-4231-9189-5E87ADC5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444921-52AE-4BEE-A783-F0D38AF2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 剧本主体分镜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0ED57F-3BB8-4840-9001-F913E28D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证据：P0-9 分镜制作解析 00:03:38-00:03:44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4304A-C1F0-435B-AB72-97A36F35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14/15</a:t>
            </a:r>
          </a:p>
        </p:txBody>
      </p:sp>
    </p:spTree>
    <p:extLst>
      <p:ext uri="{BB962C8B-B14F-4D97-AF65-F5344CB8AC3E}">
        <p14:creationId xmlns:p14="http://schemas.microsoft.com/office/powerpoint/2010/main" val="7843677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02E0AC-A746-42A2-AC08-32251368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这一阶段的验收要围绕可控和一致性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D0F2D-FD8F-444D-986B-B90A00F4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25382-AEA2-4A21-9397-65777E49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3350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只看是否生成成功是不够的。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73985-6492-4DDD-931B-1E8C731A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71700"/>
            <a:ext cx="5619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原样输出不改文本。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主体资产表可编辑且可恢复。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已有主体被复用，缺失主体被标记。</a:t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</a:defRPr>
            </a:pPr>
            <a:r>
              <a:rPr sz="1725" b="0">
                <a:solidFill>
                  <a:srgbClr val="222222"/>
                </a:solidFill>
              </a:rPr>
              <a:t>• 分镜输出能驱动图像和视频节点。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C2AFCB-2FF1-4986-8ABA-3E68437F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561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41EA1-BDF8-45E5-9A9F-0E7348E9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102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A3412"/>
                </a:solidFill>
              </a:defRPr>
            </a:pPr>
            <a:r>
              <a:rPr sz="1575" b="1">
                <a:solidFill>
                  <a:srgbClr val="9A3412"/>
                </a:solidFill>
              </a:rPr>
              <a:t>Phase 4 完成后才能进入大规模批量生成。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8B855-C5A8-47CE-8EF0-8304D78F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52006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8DAD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d5066b912e4069"/>
          <a:stretch xmlns:a="http://schemas.openxmlformats.org/drawingml/2006/main"/>
        </p:blipFill>
        <p:spPr>
          <a:xfrm xmlns:a="http://schemas.openxmlformats.org/drawingml/2006/main">
            <a:off x="6667500" y="1551980"/>
            <a:ext cx="5048250" cy="283964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829814-95C1-40C1-B015-823CE78A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800600"/>
            <a:ext cx="5162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这里再讲个小功能,经常有用户的话,在这个过程中会去换它的主体。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3C2D6-B347-4F22-811C-61E246AA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30907-3670-403A-9591-A99B7392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 剧本主体分镜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7A201-466D-430A-967E-1522BF91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419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证据：P0-2 AniShort最新工作流 00:24:59-00:25:04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CC2EF-497D-4F2A-9599-135DEB69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15/15</a:t>
            </a:r>
          </a:p>
        </p:txBody>
      </p:sp>
    </p:spTree>
    <p:extLst>
      <p:ext uri="{BB962C8B-B14F-4D97-AF65-F5344CB8AC3E}">
        <p14:creationId xmlns:p14="http://schemas.microsoft.com/office/powerpoint/2010/main" val="767313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2026-07-01T08:22:26.3720000Z</dcterms:created>
  <dcterms:modified xsi:type="dcterms:W3CDTF">2026-07-01T08:22:26.3720000Z</dcterms:modified>
</coreProperties>
</file>