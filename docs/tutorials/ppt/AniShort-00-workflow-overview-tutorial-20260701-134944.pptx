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d09a9fe604950" /><Relationship Type="http://schemas.openxmlformats.org/officeDocument/2006/relationships/extended-properties" Target="/docProps/app.xml" Id="R2894ca87927a4175" /><Relationship Type="http://schemas.openxmlformats.org/officeDocument/2006/relationships/officeDocument" Target="/ppt/presentation.xml" Id="Re3ff50f958c1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e2a04135440c"/>
  </p:sldMasterIdLst>
  <p:notesMasterIdLst>
    <p:notesMasterId xmlns:r="http://schemas.openxmlformats.org/officeDocument/2006/relationships" r:id="R34e110f95a0a42d5"/>
  </p:notesMasterIdLst>
  <p:sldIdLst>
    <p:sldId xmlns:r="http://schemas.openxmlformats.org/officeDocument/2006/relationships" id="256" r:id="R633a224180ed4bff"/>
    <p:sldId xmlns:r="http://schemas.openxmlformats.org/officeDocument/2006/relationships" id="257" r:id="Raff4de9fa7294451"/>
    <p:sldId xmlns:r="http://schemas.openxmlformats.org/officeDocument/2006/relationships" id="258" r:id="Rb39f6f3989534246"/>
    <p:sldId xmlns:r="http://schemas.openxmlformats.org/officeDocument/2006/relationships" id="259" r:id="R1d48a4c115a64a98"/>
    <p:sldId xmlns:r="http://schemas.openxmlformats.org/officeDocument/2006/relationships" id="260" r:id="R1bf60ba6e0234122"/>
    <p:sldId xmlns:r="http://schemas.openxmlformats.org/officeDocument/2006/relationships" id="261" r:id="R49d2d7a7b0934f54"/>
    <p:sldId xmlns:r="http://schemas.openxmlformats.org/officeDocument/2006/relationships" id="262" r:id="R50297087bfdc4af2"/>
    <p:sldId xmlns:r="http://schemas.openxmlformats.org/officeDocument/2006/relationships" id="263" r:id="R1e95959cf3414f3d"/>
    <p:sldId xmlns:r="http://schemas.openxmlformats.org/officeDocument/2006/relationships" id="264" r:id="Rc04e23360c0c4395"/>
    <p:sldId xmlns:r="http://schemas.openxmlformats.org/officeDocument/2006/relationships" id="265" r:id="R1049ada26ad141f9"/>
    <p:sldId xmlns:r="http://schemas.openxmlformats.org/officeDocument/2006/relationships" id="266" r:id="Rc3ef271e9bc247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5e263720bb4775" /><Relationship Type="http://schemas.openxmlformats.org/officeDocument/2006/relationships/slideMaster" Target="/ppt/slideMasters/slideMaster1.xml" Id="Rf112e2a04135440c" /><Relationship Type="http://schemas.openxmlformats.org/officeDocument/2006/relationships/notesMaster" Target="/ppt/notesMasters/notesMaster1.xml" Id="R34e110f95a0a42d5" /><Relationship Type="http://schemas.openxmlformats.org/officeDocument/2006/relationships/presProps" Target="/ppt/presProps.xml" Id="R8dbade4cc50549a7" /><Relationship Type="http://schemas.openxmlformats.org/officeDocument/2006/relationships/tableStyles" Target="/ppt/tableStyles.xml" Id="R7c318eac2ca645af" /><Relationship Type="http://schemas.openxmlformats.org/officeDocument/2006/relationships/slide" Target="/ppt/slides/slide1.xml" Id="R633a224180ed4bff" /><Relationship Type="http://schemas.openxmlformats.org/officeDocument/2006/relationships/slide" Target="/ppt/slides/slide2.xml" Id="Raff4de9fa7294451" /><Relationship Type="http://schemas.openxmlformats.org/officeDocument/2006/relationships/slide" Target="/ppt/slides/slide3.xml" Id="Rb39f6f3989534246" /><Relationship Type="http://schemas.openxmlformats.org/officeDocument/2006/relationships/slide" Target="/ppt/slides/slide4.xml" Id="R1d48a4c115a64a98" /><Relationship Type="http://schemas.openxmlformats.org/officeDocument/2006/relationships/slide" Target="/ppt/slides/slide5.xml" Id="R1bf60ba6e0234122" /><Relationship Type="http://schemas.openxmlformats.org/officeDocument/2006/relationships/slide" Target="/ppt/slides/slide6.xml" Id="R49d2d7a7b0934f54" /><Relationship Type="http://schemas.openxmlformats.org/officeDocument/2006/relationships/slide" Target="/ppt/slides/slide7.xml" Id="R50297087bfdc4af2" /><Relationship Type="http://schemas.openxmlformats.org/officeDocument/2006/relationships/slide" Target="/ppt/slides/slide8.xml" Id="R1e95959cf3414f3d" /><Relationship Type="http://schemas.openxmlformats.org/officeDocument/2006/relationships/slide" Target="/ppt/slides/slide9.xml" Id="Rc04e23360c0c4395" /><Relationship Type="http://schemas.openxmlformats.org/officeDocument/2006/relationships/slide" Target="/ppt/slides/slide10.xml" Id="R1049ada26ad141f9" /><Relationship Type="http://schemas.openxmlformats.org/officeDocument/2006/relationships/slide" Target="/ppt/slides/slide11.xml" Id="Rc3ef271e9bc247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f3c629e72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5349858754ef4" /><Relationship Type="http://schemas.openxmlformats.org/officeDocument/2006/relationships/notesMaster" Target="/ppt/notesMasters/notesMaster1.xml" Id="R64720596a580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fda47ef674b3b" /><Relationship Type="http://schemas.openxmlformats.org/officeDocument/2006/relationships/notesMaster" Target="/ppt/notesMasters/notesMaster1.xml" Id="Rac9c6515772741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77b912f8554ad1" /><Relationship Type="http://schemas.openxmlformats.org/officeDocument/2006/relationships/notesMaster" Target="/ppt/notesMasters/notesMaster1.xml" Id="R16d2285b87714e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cc9428ef849a4" /><Relationship Type="http://schemas.openxmlformats.org/officeDocument/2006/relationships/notesMaster" Target="/ppt/notesMasters/notesMaster1.xml" Id="R89e75659938c43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f240fff06e46cf" /><Relationship Type="http://schemas.openxmlformats.org/officeDocument/2006/relationships/notesMaster" Target="/ppt/notesMasters/notesMaster1.xml" Id="Rd39a9ea85ade42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699b92fe444a72" /><Relationship Type="http://schemas.openxmlformats.org/officeDocument/2006/relationships/notesMaster" Target="/ppt/notesMasters/notesMaster1.xml" Id="R91a44375aae24f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33b67ee7ea405a" /><Relationship Type="http://schemas.openxmlformats.org/officeDocument/2006/relationships/notesMaster" Target="/ppt/notesMasters/notesMaster1.xml" Id="R4ec8a3a20b5940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ba77466a2e45df" /><Relationship Type="http://schemas.openxmlformats.org/officeDocument/2006/relationships/notesMaster" Target="/ppt/notesMasters/notesMaster1.xml" Id="Ra2af5cc30c4a46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ba547a978e48b2" /><Relationship Type="http://schemas.openxmlformats.org/officeDocument/2006/relationships/notesMaster" Target="/ppt/notesMasters/notesMaster1.xml" Id="R4731b6596fd54f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012380c78a4f31" /><Relationship Type="http://schemas.openxmlformats.org/officeDocument/2006/relationships/notesMaster" Target="/ppt/notesMasters/notesMaster1.xml" Id="R2234f16cfa504d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e32f90cfcc41b8" /><Relationship Type="http://schemas.openxmlformats.org/officeDocument/2006/relationships/notesMaster" Target="/ppt/notesMasters/notesMaster1.xml" Id="R2e0b831f50cc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26d34951a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046d2b3ec42ec" /><Relationship Type="http://schemas.openxmlformats.org/officeDocument/2006/relationships/slideLayout" Target="/ppt/slideLayouts/slideLayout1.xml" Id="Rb71de28877cf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1de28877cf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a2eef45de40cb" /><Relationship Type="http://schemas.openxmlformats.org/officeDocument/2006/relationships/image" Target="/ppt/media/image.jpeg" Id="R5a88ceeac9644efd" /><Relationship Type="http://schemas.openxmlformats.org/officeDocument/2006/relationships/notesSlide" Target="/ppt/notesSlides/notesSlide1.xml" Id="R9b24445612ae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5b5380bd74413" /><Relationship Type="http://schemas.openxmlformats.org/officeDocument/2006/relationships/image" Target="/ppt/media/image2.jpeg" Id="R63822913eea544bd" /><Relationship Type="http://schemas.openxmlformats.org/officeDocument/2006/relationships/notesSlide" Target="/ppt/notesSlides/notesSlide2.xml" Id="R0d06068a1d2545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02c985dc44245" /><Relationship Type="http://schemas.openxmlformats.org/officeDocument/2006/relationships/image" Target="/ppt/media/image3.jpeg" Id="R72d5e9d8a3ea4f51" /><Relationship Type="http://schemas.openxmlformats.org/officeDocument/2006/relationships/notesSlide" Target="/ppt/notesSlides/notesSlide3.xml" Id="Rcc0218b6d38b42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829f07603486d" /><Relationship Type="http://schemas.openxmlformats.org/officeDocument/2006/relationships/image" Target="/ppt/media/image4.jpeg" Id="R06f6a8c0e2634dfb" /><Relationship Type="http://schemas.openxmlformats.org/officeDocument/2006/relationships/notesSlide" Target="/ppt/notesSlides/notesSlide4.xml" Id="Raead47e1b6be4b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5544fcf741f8" /><Relationship Type="http://schemas.openxmlformats.org/officeDocument/2006/relationships/image" Target="/ppt/media/image5.jpeg" Id="R4b27ed60b9a94d11" /><Relationship Type="http://schemas.openxmlformats.org/officeDocument/2006/relationships/notesSlide" Target="/ppt/notesSlides/notesSlide5.xml" Id="R60da4279df3b4b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a3c2098fe4e22" /><Relationship Type="http://schemas.openxmlformats.org/officeDocument/2006/relationships/image" Target="/ppt/media/image6.jpeg" Id="R93361ee434964731" /><Relationship Type="http://schemas.openxmlformats.org/officeDocument/2006/relationships/notesSlide" Target="/ppt/notesSlides/notesSlide6.xml" Id="Rca8d2e1d45c0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f5f95cdb54b3e" /><Relationship Type="http://schemas.openxmlformats.org/officeDocument/2006/relationships/image" Target="/ppt/media/image7.jpeg" Id="Rea7d2bd733db46c2" /><Relationship Type="http://schemas.openxmlformats.org/officeDocument/2006/relationships/notesSlide" Target="/ppt/notesSlides/notesSlide7.xml" Id="Re6988f674ddc49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7123ee3d44bf" /><Relationship Type="http://schemas.openxmlformats.org/officeDocument/2006/relationships/image" Target="/ppt/media/image8.jpeg" Id="R6563de52d61741e4" /><Relationship Type="http://schemas.openxmlformats.org/officeDocument/2006/relationships/notesSlide" Target="/ppt/notesSlides/notesSlide8.xml" Id="R0ac398620c5a45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2c28469bb4257" /><Relationship Type="http://schemas.openxmlformats.org/officeDocument/2006/relationships/image" Target="/ppt/media/image9.jpeg" Id="Re5aea80d2c2b467e" /><Relationship Type="http://schemas.openxmlformats.org/officeDocument/2006/relationships/notesSlide" Target="/ppt/notesSlides/notesSlide9.xml" Id="R2a386bec50334a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35d045aad4d22" /><Relationship Type="http://schemas.openxmlformats.org/officeDocument/2006/relationships/image" Target="/ppt/media/image10.jpeg" Id="R329e0486c28e473a" /><Relationship Type="http://schemas.openxmlformats.org/officeDocument/2006/relationships/notesSlide" Target="/ppt/notesSlides/notesSlide10.xml" Id="Rdf1a048bd5e24e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d22265026483b" /><Relationship Type="http://schemas.openxmlformats.org/officeDocument/2006/relationships/image" Target="/ppt/media/image11.jpeg" Id="Re3fb3f7fef6449a0" /><Relationship Type="http://schemas.openxmlformats.org/officeDocument/2006/relationships/notesSlide" Target="/ppt/notesSlides/notesSlide11.xml" Id="Rc2b22e44641a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C9261-CD0F-4470-987B-E5329D4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AniShort 工作流总览教程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5E612-93EC-4CCB-A194-3267FE6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从 Academy P0 视频还原真实创作流程、节点分工和研发验收边界。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4C9CD-AEEB-46F0-A12C-3C38BEBB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基于 12 个 P0 教程视频、4380 张 2s 帧和 2672 条音频证据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13D3E-0A53-4217-A392-2DFD3348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838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8ceeac9644efd"/>
          <a:stretch xmlns:a="http://schemas.openxmlformats.org/drawingml/2006/main"/>
        </p:blipFill>
        <p:spPr>
          <a:xfrm xmlns:a="http://schemas.openxmlformats.org/drawingml/2006/main">
            <a:off x="7029450" y="1463278"/>
            <a:ext cx="4686300" cy="26360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4C16-1E97-408A-9A6E-8810D67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D79A5-551F-4667-980B-F0E75727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AniShort Academy P0 深度教程包 | 20260701-134944</a:t>
            </a:r>
          </a:p>
        </p:txBody>
      </p:sp>
    </p:spTree>
    <p:extLst>
      <p:ext uri="{BB962C8B-B14F-4D97-AF65-F5344CB8AC3E}">
        <p14:creationId xmlns:p14="http://schemas.microsoft.com/office/powerpoint/2010/main" val="1214245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42F64-8221-44DC-B8AA-721F8D4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这套产品的核心不是单次生成，而是生产工作台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E5C8D-BAA9-4625-9389-85AB8C08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F61D4-9072-4CFA-AD8B-98D73E0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画布承载多节点、多素材、多版本和协作状态。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C47A6-D5E7-4D52-9D4C-EC2ED5E2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左侧管理画布和节点，中心组织创作链路。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底部入口连接节点库、主体库、资源备份和全局风格。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右侧或节点内部承载具体生成参数。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73A4B-7DCD-4B1F-81D9-CD87F55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B9C81-4417-48E0-B4E2-3A95AC76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研发时要把画布当成可持久化生产系统，而不是普通流程图。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7019-62C2-4941-B601-D136249F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22913eea544bd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CF416-DB2C-4E3A-92EF-103A00DD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我们现在进入一个项目来讲一下我们的工作区,我们以这个项目为例,讲一下我们这个画布的这个使用,我们从三个方面一个是基础功能的一个使用,再一个是我们一个完整的短距工作流的一个方式的介绍。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FD4C-10AA-43B2-8EE9-60E7998F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7E333-D1E4-435E-9711-E97C712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FEB22-6A6E-4CEF-A20B-40610A3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证据：P0-3 画布工作区、节点介绍 00:00:00-00:00:26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A61C7-AE4F-4B38-B3B1-CEDBCA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61782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63102D-5D5C-4C9C-B800-EC6A7F71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标准短剧链路需要完整跑通十个步骤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5AEF7-D9DC-4B38-8254-363FEE1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7511E-BBCF-4AE6-AAAC-A8CCDE1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新版链路以主体一致性为中心。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9F41F-6862-48AF-8B37-A8BA6354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B349F-17A3-4252-8B38-9D1C212F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EAC10-FFFC-4F6B-B67D-A9D78B0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剧本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12B3A-1DB2-4987-B3CE-73C62FA0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8C065-C661-4684-AB56-9986ABF6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8A1E-B12C-4E37-8C3E-BCE8A981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优化/分段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85415-6C2E-4324-9EFE-C019E77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C2590-4731-4343-B064-B8E577A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2410C"/>
                </a:solidFill>
              </a:defRPr>
            </a:pPr>
            <a:r>
              <a:rPr sz="1950" b="1">
                <a:solidFill>
                  <a:srgbClr val="C2410C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339D3-05DE-4EEA-8732-364C42B3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主体提取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CBD89-FF24-4D59-8B95-1F5BF264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59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DBEEA-23ED-4AC0-B2DD-8B72E72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3BDF8-20F9-4785-A0EB-6213E73E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主体生成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2187F-D68A-472A-B89E-72606BC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7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0FD45-D82C-4539-867A-CB9CC5D8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2C687-D80C-49F7-A307-D40B875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分镜/视频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36886-AA14-413B-A332-2C42E50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4610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5e9d8a3ea4f51"/>
          <a:stretch xmlns:a="http://schemas.openxmlformats.org/drawingml/2006/main"/>
        </p:blipFill>
        <p:spPr>
          <a:xfrm xmlns:a="http://schemas.openxmlformats.org/drawingml/2006/main">
            <a:off x="8149167" y="4419600"/>
            <a:ext cx="2675467" cy="15049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9DAEB-39AE-495B-B7DE-D428B28B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完整实现还要接上主体库、分镜图、剪辑预览和成片审阅。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99A0E-0547-405A-8EA8-32D50A53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405FF-7493-49F7-ACBC-7A7E6BF7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2788C-03F4-4B62-886B-A4EDEF9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00:00:18-00:00:21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BB1D7-6D16-4413-8FA3-1137B83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664260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84ABD-A629-4B6D-BDA5-58649E2D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新版工作流把主体提取和主体生成拆开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6F90F-C387-4A19-8AF6-FBFD6A5D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F7AB7-4C76-4EC6-A831-A37109C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拆分的目的，是先冻结主体资产表，再生成可控设定图。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4DB3B-3D73-4A13-9A61-E28F4AE5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主体提取负责识别人物、场景、道具。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主体生成负责提示词和设定图。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已有主体从主体库复用，缺失主体再生成。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90368-EEC4-4EF8-B114-CB1538C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E02C4-6FBF-434A-9970-FE14507C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PRD 和 WBS 必须用两个独立 nodeId 对齐。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1F789-B3BC-46F4-8074-78529AB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6a8c0e2634dfb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BFEC0-BB64-4D75-8D2D-8DD3F88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本次的重点更新内容,主要就是在剧本到主体剔取,再到分析生成这样一个过程。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907E1-D605-4334-8026-EFC6E5D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65F30-86C2-4C96-A354-06EB1EA4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4F2E1-A1B6-46ED-8281-441686FC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证据：P0-2 AniShort最新工作流 00:00:00-00:00:06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35344-EB90-4D99-9915-8DA90A3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101399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956E53-5ECC-46B1-844E-7CFB7FA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剧本优化是主体和分镜之前的必要前置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4A268-46C8-4561-8F7D-7E2349A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106E2-549D-4AEC-94A1-F3540A1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剧本分段节点不是简单拆文本。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E1373-5BC7-44E5-8506-DC9B1374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包含剧本整理、剧本审阅、分镜段落。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支持原样输出，避免 AI 改动原剧本。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支持智能分段和固定分段，并检查实际时长。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C6CB0-AF22-4E7A-B441-2230FC4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B739D-0783-4FD2-BAE3-DB1B8C53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验收要检查原样输出是否逐字保留。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58A26-9BF6-45A9-AA55-51F3FF4B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7ed60b9a94d11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E444B-677B-4644-8156-AB3EB4F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都搞定后,点击剧本分段自动进入下一步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946E5-ADFC-4C37-821F-F33309A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F78A8-C711-4A9C-BDD9-A4DDCE4D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F3A6A-B861-42E3-B772-CC46DE8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00:00:43-00:00:47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38C47-7BB5-4773-9DDD-AC3FAB1B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448893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0BA1F-CAB3-4ACA-B1AF-C0FEBF1A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自由式工作流允许熟练用户绕开标准链路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46B32-C31E-48A0-B2A5-1D75CA8F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767EA-57CF-4EB6-9C16-8013C8CD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自由式流程以视频节点需要什么为核心。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85851-7AD5-4F22-8B9B-EBB62EAE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用户可以直接组织提示词、参考图、参考视频。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AI 剧本、主体提示词仍可作为辅助材料。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适合已有素材或需要二次创作的项目。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F2FB4-C627-4CF3-AF02-9B2D89F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4AC34-671B-422C-8D01-20C9F2A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实现时不要把标准链路写死成唯一入口。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73D06-70AD-44B7-AD83-B5AB7B5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61ee434964731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A3DC0-947A-49D9-A335-DC09800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好 切换到这个画布以后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F636A-A0F7-4B0A-A416-CD1AA122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D7DB2-B7A0-4FD0-AAD8-79DBA75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12459-56C0-4BE4-9F2D-E7DB1B67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证据：P0-4 自由式短剧工作流 00:00:59-00:01:00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C180B-1C45-4938-A820-F6AA5531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551677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7ED35-B698-4037-B00F-4F3A7A53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主体库是跨集一致性的长期资产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91524-F5D3-4B76-B021-3F9C885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95236-4D06-478D-8A0D-A48C9F3C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主体库需要人工管理，不应静默自动入库。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FB3E8-96DC-4D5A-898F-900CB9A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角色、场景、道具分类会影响可用操作。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名称不能包含空格和特殊字符。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主体库改名不回写已有画布节点。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86F2D-28B1-4F04-B7FA-959255B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6A051-CF4D-40DB-867C-453AEAA3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主体库校验是 Phase 4 的核心验收项。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DBC44-92BA-470B-9A40-8F4035F5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d2bd733db46c2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99DA2-AC66-45FE-86A9-3C170681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那如果我想自己创建一个风格的话,点击立即创建,它在画布中会创建一个风格节点,我们可以把我们想要的风格以提示提示词的方式输入给它,也可以把我们想要参考的风格把图片导入进来,连接到节点上,反推这个风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12687-2C9C-4E80-B247-F0CCAC3F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D1970-38E9-4D4F-AA3A-78C468CF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900CA-9281-49FB-931D-82D7EF8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证据：P0-3 画布工作区、节点介绍 00:03:57-00:04:22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9DFAD-F90D-428E-AE54-6117264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009968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7AD24C-8433-4F9C-B15C-3985895F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分镜生成输出的不只是图片提示词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4539E-FBEB-4CE5-8DBB-F163011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48D7-C7CD-4C53-AE6F-8879AA73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分镜节点要同时服务图片和视频生产。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CDDC4-705A-4D44-A8A9-2CC6882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输出主体汇总表。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输出九宫格或四宫格图片提示词。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输出从分镜到视频生成所需提示词。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65796-91DF-4F70-A5C2-5BE2829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8A5EC-152E-43ED-A91B-20C5F31A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后续节点必须能结构化读取这些输出。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47E52-CA6E-4C6F-B60A-DF5D73CC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3de52d61741e4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B6D62-6A14-4A66-9EB4-8D71FA6A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这里以影片时长两分钟为例,若分为八段,则每段15秒。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A6F5A-64BE-4127-8ABE-F51FDA8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E71CD-DA31-4D4F-8D6F-72D81FB8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C6FAD-0B6F-48A6-87C6-81091498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00:01:51-00:01:56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E0428-F4A7-44CA-807B-2CCCF9C2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321885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0E769-16CA-40AE-9203-509C0693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3D 和全景是独立支线，不是普通图片参数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87CC9-E552-49A0-97E0-3804616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08208-2644-45E0-A16A-91A17382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3D 导演台是全屏编辑器，全景节点有自己的预览和截图能力。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05FCB-117C-461A-927F-93D3E58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3D 导演台需要对象列表、视口、资源条和属性面板。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测量缩放、设置轴心、应用归零是关键工具。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全景支持当前视角、四视图和十二视图输出。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48C4D-AB4A-451B-87D7-FB68F1F7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2377F-5867-482A-9D5F-A651555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Phase 9 需要单独里程碑和 E2E。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364EF-6B81-44BE-AAF6-D9DBD6D8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ea80d2c2b467e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06E13-14FA-4496-8153-AD17217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我们点击3D导演台进去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583F0-6DCC-4C4C-8C5C-AB8A96D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D9CAD-0F3C-4F92-A7E3-5B26CC47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A1BFD-3A8E-4053-BB87-33B39216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证据：P0-10 3D导演台调整场景缩放比例与位置 00:00:01-00:00:02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2B0C5-6E15-44B4-A46D-742B31A8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491931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05D0A-2F1F-4713-B5EE-DC6EF143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个人和团队是同账号下的两套业务上下文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1190F-10E2-42EB-BA53-44B7201F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4725A-CFED-4786-AA5C-060006FC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积分、权限和存储归属必须分开设计。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7CE52-7D58-4082-9F50-76E39B1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个人积分和团队积分独立充值、消耗、管理。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团队项目仅团队成员可见。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素材按生成者个人账号存储。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5B8EA-2C3A-4F84-AFF6-AD5C4372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A47E4-7E9F-42F3-B095-27DC44DF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计费和存储验收不能只按项目归属判断。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97225-24F0-4EBB-91CA-9EFE7E3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e0486c28e473a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25E6C-F5C8-4F12-B65D-7558498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文本、圖片、視頻模型都可使用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0DEDC-0540-4791-B5A9-2E46CFB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1093-2621-4BBC-B6DE-841224CF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47129-FA3A-4CDA-9299-D3CEBEAC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00:00:24-00:00:27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BFCFE-B0D6-42EF-83A5-5E4B1ED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785585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0CACE-4E58-42B2-9EAD-0C6E3A32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后续开发遇到不清晰逻辑时必须回到原站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A4705-AB0F-4FFF-8107-EAD0E6F9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A1C86-1FB0-4117-9BF7-7366C95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这条规则要写进 PRD/WBS 和研发流程。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F82C8-10A2-4578-81BF-B323559A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模型列表、积分、隐藏选项、全局风格提示词可能随版本变化。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不清晰处使用 Chrome/CDP 复核原站。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复核后追加时间戳证据文件，再进入实现。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6C8A0-FA1A-4C7E-9156-1670DD65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B4BF5-AFD1-417B-864E-B58B9ABE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不要用主观猜测补齐业务逻辑。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FFA54-B6A9-4EC0-A2D7-B6CB7B5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b3f7fef6449a0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D991F-B5B9-4147-97CC-2136966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它可以通过筛选去快速的查找,这一块使用比较多的情况是显示隐藏。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771FE-A9B0-4824-8A01-ED49324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A8526-E487-47EC-953A-2358569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00 工作流总览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3A5F5-3532-49B4-ADAA-BC926402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证据：P0-3 画布工作区、节点介绍 00:01:57-00:02:07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8D5B4-A694-45DE-AC43-AF3E88D5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438343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2026-07-01T08:22:24.8570000Z</dcterms:created>
  <dcterms:modified xsi:type="dcterms:W3CDTF">2026-07-01T08:22:24.8570000Z</dcterms:modified>
</coreProperties>
</file>