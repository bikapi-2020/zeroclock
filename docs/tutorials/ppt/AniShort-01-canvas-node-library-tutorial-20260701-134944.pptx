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57aab4700b8431a" /><Relationship Type="http://schemas.openxmlformats.org/officeDocument/2006/relationships/extended-properties" Target="/docProps/app.xml" Id="R0ead6964b4184e6f" /><Relationship Type="http://schemas.openxmlformats.org/officeDocument/2006/relationships/officeDocument" Target="/ppt/presentation.xml" Id="Rb42adb0c38324aba" /></Relationships>
</file>

<file path=ppt/presentation.xml><?xml version="1.0" encoding="utf-8"?>
<p:presentation xmlns:p="http://schemas.openxmlformats.org/presentationml/2006/main">
  <p:sldMasterIdLst>
    <p:sldMasterId xmlns:r="http://schemas.openxmlformats.org/officeDocument/2006/relationships" id="2147483648" r:id="Rc87a569114c54d21"/>
  </p:sldMasterIdLst>
  <p:notesMasterIdLst>
    <p:notesMasterId xmlns:r="http://schemas.openxmlformats.org/officeDocument/2006/relationships" r:id="R85abeabecbaa46b1"/>
  </p:notesMasterIdLst>
  <p:sldIdLst>
    <p:sldId xmlns:r="http://schemas.openxmlformats.org/officeDocument/2006/relationships" id="256" r:id="Rf37abd9225de49c0"/>
    <p:sldId xmlns:r="http://schemas.openxmlformats.org/officeDocument/2006/relationships" id="257" r:id="R7af951f8a9734204"/>
    <p:sldId xmlns:r="http://schemas.openxmlformats.org/officeDocument/2006/relationships" id="258" r:id="R730ab41992c34475"/>
    <p:sldId xmlns:r="http://schemas.openxmlformats.org/officeDocument/2006/relationships" id="259" r:id="R2520a13a7b0b4044"/>
    <p:sldId xmlns:r="http://schemas.openxmlformats.org/officeDocument/2006/relationships" id="260" r:id="R434965cd017f4dfc"/>
    <p:sldId xmlns:r="http://schemas.openxmlformats.org/officeDocument/2006/relationships" id="261" r:id="R03b14a13a12f45e4"/>
    <p:sldId xmlns:r="http://schemas.openxmlformats.org/officeDocument/2006/relationships" id="262" r:id="R0eb481a984b64bfc"/>
    <p:sldId xmlns:r="http://schemas.openxmlformats.org/officeDocument/2006/relationships" id="263" r:id="Rcdb26ca2f25f48b6"/>
    <p:sldId xmlns:r="http://schemas.openxmlformats.org/officeDocument/2006/relationships" id="264" r:id="Rc30c7c92724c45dd"/>
    <p:sldId xmlns:r="http://schemas.openxmlformats.org/officeDocument/2006/relationships" id="265" r:id="Rc7b67e8bf5ba4781"/>
    <p:sldId xmlns:r="http://schemas.openxmlformats.org/officeDocument/2006/relationships" id="266" r:id="R95fca63bc63d4357"/>
    <p:sldId xmlns:r="http://schemas.openxmlformats.org/officeDocument/2006/relationships" id="267" r:id="R575292d71ce0402d"/>
    <p:sldId xmlns:r="http://schemas.openxmlformats.org/officeDocument/2006/relationships" id="268" r:id="R3f271d6621764a61"/>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a27ca2a8c6940dc" /><Relationship Type="http://schemas.openxmlformats.org/officeDocument/2006/relationships/slideMaster" Target="/ppt/slideMasters/slideMaster1.xml" Id="Rc87a569114c54d21" /><Relationship Type="http://schemas.openxmlformats.org/officeDocument/2006/relationships/notesMaster" Target="/ppt/notesMasters/notesMaster1.xml" Id="R85abeabecbaa46b1" /><Relationship Type="http://schemas.openxmlformats.org/officeDocument/2006/relationships/presProps" Target="/ppt/presProps.xml" Id="R39ce8666547f4d06" /><Relationship Type="http://schemas.openxmlformats.org/officeDocument/2006/relationships/tableStyles" Target="/ppt/tableStyles.xml" Id="R094b56b0387445ea" /><Relationship Type="http://schemas.openxmlformats.org/officeDocument/2006/relationships/slide" Target="/ppt/slides/slide1.xml" Id="Rf37abd9225de49c0" /><Relationship Type="http://schemas.openxmlformats.org/officeDocument/2006/relationships/slide" Target="/ppt/slides/slide2.xml" Id="R7af951f8a9734204" /><Relationship Type="http://schemas.openxmlformats.org/officeDocument/2006/relationships/slide" Target="/ppt/slides/slide3.xml" Id="R730ab41992c34475" /><Relationship Type="http://schemas.openxmlformats.org/officeDocument/2006/relationships/slide" Target="/ppt/slides/slide4.xml" Id="R2520a13a7b0b4044" /><Relationship Type="http://schemas.openxmlformats.org/officeDocument/2006/relationships/slide" Target="/ppt/slides/slide5.xml" Id="R434965cd017f4dfc" /><Relationship Type="http://schemas.openxmlformats.org/officeDocument/2006/relationships/slide" Target="/ppt/slides/slide6.xml" Id="R03b14a13a12f45e4" /><Relationship Type="http://schemas.openxmlformats.org/officeDocument/2006/relationships/slide" Target="/ppt/slides/slide7.xml" Id="R0eb481a984b64bfc" /><Relationship Type="http://schemas.openxmlformats.org/officeDocument/2006/relationships/slide" Target="/ppt/slides/slide8.xml" Id="Rcdb26ca2f25f48b6" /><Relationship Type="http://schemas.openxmlformats.org/officeDocument/2006/relationships/slide" Target="/ppt/slides/slide9.xml" Id="Rc30c7c92724c45dd" /><Relationship Type="http://schemas.openxmlformats.org/officeDocument/2006/relationships/slide" Target="/ppt/slides/slide10.xml" Id="Rc7b67e8bf5ba4781" /><Relationship Type="http://schemas.openxmlformats.org/officeDocument/2006/relationships/slide" Target="/ppt/slides/slide11.xml" Id="R95fca63bc63d4357" /><Relationship Type="http://schemas.openxmlformats.org/officeDocument/2006/relationships/slide" Target="/ppt/slides/slide12.xml" Id="R575292d71ce0402d" /><Relationship Type="http://schemas.openxmlformats.org/officeDocument/2006/relationships/slide" Target="/ppt/slides/slide13.xml" Id="R3f271d6621764a6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2e2938534c348b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eadd25a7e36475a" /><Relationship Type="http://schemas.openxmlformats.org/officeDocument/2006/relationships/notesMaster" Target="/ppt/notesMasters/notesMaster1.xml" Id="R21866b980c6b477e" /></Relationships>
</file>

<file path=ppt/notesSlides/_rels/notesSlide2.xml.rels>&#65279;<?xml version="1.0" encoding="utf-8"?><Relationships xmlns="http://schemas.openxmlformats.org/package/2006/relationships"><Relationship Type="http://schemas.openxmlformats.org/officeDocument/2006/relationships/slide" Target="/ppt/slides/slide2.xml" Id="Rdfbc0d5439d64ce3" /><Relationship Type="http://schemas.openxmlformats.org/officeDocument/2006/relationships/notesMaster" Target="/ppt/notesMasters/notesMaster1.xml" Id="R13c5111470b1472b" /></Relationships>
</file>

<file path=ppt/notesSlides/_rels/notesSlide3.xml.rels>&#65279;<?xml version="1.0" encoding="utf-8"?><Relationships xmlns="http://schemas.openxmlformats.org/package/2006/relationships"><Relationship Type="http://schemas.openxmlformats.org/officeDocument/2006/relationships/slide" Target="/ppt/slides/slide3.xml" Id="R356ee6b301c54bdc" /><Relationship Type="http://schemas.openxmlformats.org/officeDocument/2006/relationships/notesMaster" Target="/ppt/notesMasters/notesMaster1.xml" Id="R75c692aa3dfd470c" /></Relationships>
</file>

<file path=ppt/notesSlides/_rels/notesSlide4.xml.rels>&#65279;<?xml version="1.0" encoding="utf-8"?><Relationships xmlns="http://schemas.openxmlformats.org/package/2006/relationships"><Relationship Type="http://schemas.openxmlformats.org/officeDocument/2006/relationships/slide" Target="/ppt/slides/slide4.xml" Id="R555f46e5d12145c4" /><Relationship Type="http://schemas.openxmlformats.org/officeDocument/2006/relationships/notesMaster" Target="/ppt/notesMasters/notesMaster1.xml" Id="R3bef854b31bc425d" /></Relationships>
</file>

<file path=ppt/notesSlides/_rels/notesSlide5.xml.rels>&#65279;<?xml version="1.0" encoding="utf-8"?><Relationships xmlns="http://schemas.openxmlformats.org/package/2006/relationships"><Relationship Type="http://schemas.openxmlformats.org/officeDocument/2006/relationships/slide" Target="/ppt/slides/slide5.xml" Id="Rbe8f82449f294844" /><Relationship Type="http://schemas.openxmlformats.org/officeDocument/2006/relationships/notesMaster" Target="/ppt/notesMasters/notesMaster1.xml" Id="R62cda2f21fa64c44" /></Relationships>
</file>

<file path=ppt/notesSlides/_rels/notesSlide6.xml.rels>&#65279;<?xml version="1.0" encoding="utf-8"?><Relationships xmlns="http://schemas.openxmlformats.org/package/2006/relationships"><Relationship Type="http://schemas.openxmlformats.org/officeDocument/2006/relationships/slide" Target="/ppt/slides/slide6.xml" Id="Rdb03b6c21fbb4084" /><Relationship Type="http://schemas.openxmlformats.org/officeDocument/2006/relationships/notesMaster" Target="/ppt/notesMasters/notesMaster1.xml" Id="R69fbf991bfb34c1d" /></Relationships>
</file>

<file path=ppt/notesSlides/_rels/notesSlide7.xml.rels>&#65279;<?xml version="1.0" encoding="utf-8"?><Relationships xmlns="http://schemas.openxmlformats.org/package/2006/relationships"><Relationship Type="http://schemas.openxmlformats.org/officeDocument/2006/relationships/slide" Target="/ppt/slides/slide7.xml" Id="R87df0bf627fd49a9" /><Relationship Type="http://schemas.openxmlformats.org/officeDocument/2006/relationships/notesMaster" Target="/ppt/notesMasters/notesMaster1.xml" Id="Rdc865c7b15dc4332" /></Relationships>
</file>

<file path=ppt/notesSlides/_rels/notesSlide8.xml.rels>&#65279;<?xml version="1.0" encoding="utf-8"?><Relationships xmlns="http://schemas.openxmlformats.org/package/2006/relationships"><Relationship Type="http://schemas.openxmlformats.org/officeDocument/2006/relationships/slide" Target="/ppt/slides/slide8.xml" Id="Rafb2d45721ac4286" /><Relationship Type="http://schemas.openxmlformats.org/officeDocument/2006/relationships/notesMaster" Target="/ppt/notesMasters/notesMaster1.xml" Id="R01296bb608314a47" /></Relationships>
</file>

<file path=ppt/notesSlides/_rels/notesSlide9.xml.rels>&#65279;<?xml version="1.0" encoding="utf-8"?><Relationships xmlns="http://schemas.openxmlformats.org/package/2006/relationships"><Relationship Type="http://schemas.openxmlformats.org/officeDocument/2006/relationships/slide" Target="/ppt/slides/slide9.xml" Id="R7fc15cf7bf474b07" /><Relationship Type="http://schemas.openxmlformats.org/officeDocument/2006/relationships/notesMaster" Target="/ppt/notesMasters/notesMaster1.xml" Id="Rec38543a496c41e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19450aca1bb4990" /><Relationship Type="http://schemas.openxmlformats.org/officeDocument/2006/relationships/notesMaster" Target="/ppt/notesMasters/notesMaster1.xml" Id="R13608d1d9faa41a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5252823f1f04e2a" /><Relationship Type="http://schemas.openxmlformats.org/officeDocument/2006/relationships/notesMaster" Target="/ppt/notesMasters/notesMaster1.xml" Id="R377a6896218e491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bce855d078245b3" /><Relationship Type="http://schemas.openxmlformats.org/officeDocument/2006/relationships/notesMaster" Target="/ppt/notesMasters/notesMaster1.xml" Id="R4f00cff192524d1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b2fccd3f46724e34" /><Relationship Type="http://schemas.openxmlformats.org/officeDocument/2006/relationships/notesMaster" Target="/ppt/notesMasters/notesMaster1.xml" Id="R13b92d3147d84b6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cf18ad1cec94e3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285b9dc61f44072" /><Relationship Type="http://schemas.openxmlformats.org/officeDocument/2006/relationships/slideLayout" Target="/ppt/slideLayouts/slideLayout1.xml" Id="Rc185e19c96c14db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185e19c96c14db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59be4cf4c604ce4" /><Relationship Type="http://schemas.openxmlformats.org/officeDocument/2006/relationships/image" Target="/ppt/media/image.jpeg" Id="R158791a49ff34001" /><Relationship Type="http://schemas.openxmlformats.org/officeDocument/2006/relationships/notesSlide" Target="/ppt/notesSlides/notesSlide1.xml" Id="Raf5c2b4bf51d425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c5e92a90af6480e" /><Relationship Type="http://schemas.openxmlformats.org/officeDocument/2006/relationships/image" Target="/ppt/media/image2.jpeg" Id="Rc59653c606f2419a" /><Relationship Type="http://schemas.openxmlformats.org/officeDocument/2006/relationships/notesSlide" Target="/ppt/notesSlides/notesSlide2.xml" Id="Rac4b62b20ff649c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db42aea29ee4d0e" /><Relationship Type="http://schemas.openxmlformats.org/officeDocument/2006/relationships/image" Target="/ppt/media/image3.jpeg" Id="Re2995af8588a45eb" /><Relationship Type="http://schemas.openxmlformats.org/officeDocument/2006/relationships/notesSlide" Target="/ppt/notesSlides/notesSlide3.xml" Id="R766d91d892b3435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d998aaac53941a4" /><Relationship Type="http://schemas.openxmlformats.org/officeDocument/2006/relationships/image" Target="/ppt/media/image4.jpeg" Id="R2bf842fa7de941f3" /><Relationship Type="http://schemas.openxmlformats.org/officeDocument/2006/relationships/notesSlide" Target="/ppt/notesSlides/notesSlide4.xml" Id="R3e8e407ec0104a7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7dbbd1b2d4f4cf7" /><Relationship Type="http://schemas.openxmlformats.org/officeDocument/2006/relationships/image" Target="/ppt/media/image5.jpeg" Id="Re3e36116bd634835" /><Relationship Type="http://schemas.openxmlformats.org/officeDocument/2006/relationships/notesSlide" Target="/ppt/notesSlides/notesSlide5.xml" Id="R8cef808f6c3d41f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e7a7a1f6f0d4cb6" /><Relationship Type="http://schemas.openxmlformats.org/officeDocument/2006/relationships/image" Target="/ppt/media/image6.jpeg" Id="R9554563283f84c4b" /><Relationship Type="http://schemas.openxmlformats.org/officeDocument/2006/relationships/notesSlide" Target="/ppt/notesSlides/notesSlide6.xml" Id="Rfb9b6a4a77ea4005"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a674e7ace104e55" /><Relationship Type="http://schemas.openxmlformats.org/officeDocument/2006/relationships/image" Target="/ppt/media/image7.jpeg" Id="R7e0c7fba86594ebe" /><Relationship Type="http://schemas.openxmlformats.org/officeDocument/2006/relationships/notesSlide" Target="/ppt/notesSlides/notesSlide7.xml" Id="Rb95044821450421d"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5b79214045e549b0" /><Relationship Type="http://schemas.openxmlformats.org/officeDocument/2006/relationships/image" Target="/ppt/media/image8.jpeg" Id="R42cf2e72d5be4161" /><Relationship Type="http://schemas.openxmlformats.org/officeDocument/2006/relationships/notesSlide" Target="/ppt/notesSlides/notesSlide8.xml" Id="R66ed86d2820e421a"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e59c5979edc04187" /><Relationship Type="http://schemas.openxmlformats.org/officeDocument/2006/relationships/image" Target="/ppt/media/image9.jpeg" Id="R0188a6cb20e541f1" /><Relationship Type="http://schemas.openxmlformats.org/officeDocument/2006/relationships/notesSlide" Target="/ppt/notesSlides/notesSlide9.xml" Id="R4b33c374d0ec4da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081fc6b12c944e98" /><Relationship Type="http://schemas.openxmlformats.org/officeDocument/2006/relationships/image" Target="/ppt/media/image10.jpeg" Id="R61b1ec62d746449f" /><Relationship Type="http://schemas.openxmlformats.org/officeDocument/2006/relationships/notesSlide" Target="/ppt/notesSlides/notesSlide10.xml" Id="R66564be3941c4e9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9553c302fb1f49aa" /><Relationship Type="http://schemas.openxmlformats.org/officeDocument/2006/relationships/image" Target="/ppt/media/image11.jpeg" Id="Rc392a116b31c48bc" /><Relationship Type="http://schemas.openxmlformats.org/officeDocument/2006/relationships/notesSlide" Target="/ppt/notesSlides/notesSlide11.xml" Id="R756c7b84dc7040d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c5acd674c65f45a9" /><Relationship Type="http://schemas.openxmlformats.org/officeDocument/2006/relationships/image" Target="/ppt/media/image12.jpeg" Id="R95c7a433a34e47cd" /><Relationship Type="http://schemas.openxmlformats.org/officeDocument/2006/relationships/notesSlide" Target="/ppt/notesSlides/notesSlide12.xml" Id="R9514af4829574b70"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4e52bf18daf44e5f" /><Relationship Type="http://schemas.openxmlformats.org/officeDocument/2006/relationships/image" Target="/ppt/media/image13.jpeg" Id="R503ee974e5954035" /><Relationship Type="http://schemas.openxmlformats.org/officeDocument/2006/relationships/notesSlide" Target="/ppt/notesSlides/notesSlide13.xml" Id="Ra5175da6685d4ae8"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DE8B7C8D-3DAE-4855-9B03-9065171E4EAE}"/>
              </a:ext>
            </a:extLst>
          </p:cNvPr>
          <p:cNvSpPr>
            <a:spLocks xmlns:a="http://schemas.openxmlformats.org/drawingml/2006/main" noGrp="1"/>
          </p:cNvSpPr>
          <p:nvPr/>
        </p:nvSpPr>
        <p:spPr>
          <a:xfrm xmlns:a="http://schemas.openxmlformats.org/drawingml/2006/main">
            <a:off x="400050" y="609600"/>
            <a:ext cx="742950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4350" b="1">
                <a:solidFill>
                  <a:srgbClr val="000000"/>
                </a:solidFill>
              </a:defRPr>
            </a:pPr>
            <a:r>
              <a:rPr sz="4350" b="1">
                <a:solidFill>
                  <a:srgbClr val="000000"/>
                </a:solidFill>
              </a:rPr>
              <a:t>画布与节点库使用教程</a:t>
            </a:r>
          </a:p>
        </p:txBody>
      </p:sp>
      <p:sp>
        <p:nvSpPr>
          <p:cNvPr id="2" name="">
            <a:extLst xmlns:a="http://schemas.openxmlformats.org/drawingml/2006/main">
              <a:ext uri="{FF2B5EF4-FFF2-40B4-BE49-F238E27FC236}">
                <a16:creationId xmlns:a16="http://schemas.microsoft.com/office/drawing/2014/main" id="{507F0A1E-C50C-4367-B4B9-A7FEBC1CBA48}"/>
              </a:ext>
            </a:extLst>
          </p:cNvPr>
          <p:cNvSpPr>
            <a:spLocks xmlns:a="http://schemas.openxmlformats.org/drawingml/2006/main" noGrp="1"/>
          </p:cNvSpPr>
          <p:nvPr/>
        </p:nvSpPr>
        <p:spPr>
          <a:xfrm xmlns:a="http://schemas.openxmlformats.org/drawingml/2006/main">
            <a:off x="419100" y="2476500"/>
            <a:ext cx="6096000"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75" b="0">
                <a:solidFill>
                  <a:srgbClr val="333333"/>
                </a:solidFill>
              </a:defRPr>
            </a:pPr>
            <a:r>
              <a:rPr sz="1875" b="0">
                <a:solidFill>
                  <a:srgbClr val="333333"/>
                </a:solidFill>
              </a:rPr>
              <a:t>覆盖工作区、节点创建、版本历史、资源管理器、主体库和协作锁。</a:t>
            </a:r>
          </a:p>
        </p:txBody>
      </p:sp>
      <p:sp>
        <p:nvSpPr>
          <p:cNvPr id="3" name="">
            <a:extLst xmlns:a="http://schemas.openxmlformats.org/drawingml/2006/main">
              <a:ext uri="{FF2B5EF4-FFF2-40B4-BE49-F238E27FC236}">
                <a16:creationId xmlns:a16="http://schemas.microsoft.com/office/drawing/2014/main" id="{A6230033-976F-42F5-B6F3-633EF4C24B2D}"/>
              </a:ext>
            </a:extLst>
          </p:cNvPr>
          <p:cNvSpPr>
            <a:spLocks xmlns:a="http://schemas.openxmlformats.org/drawingml/2006/main" noGrp="1"/>
          </p:cNvSpPr>
          <p:nvPr/>
        </p:nvSpPr>
        <p:spPr>
          <a:xfrm xmlns:a="http://schemas.openxmlformats.org/drawingml/2006/main">
            <a:off x="419100" y="4171950"/>
            <a:ext cx="6096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650" b="0">
                <a:solidFill>
                  <a:srgbClr val="555555"/>
                </a:solidFill>
              </a:defRPr>
            </a:pPr>
            <a:r>
              <a:rPr sz="1650" b="0">
                <a:solidFill>
                  <a:srgbClr val="555555"/>
                </a:solidFill>
              </a:rPr>
              <a:t>基于 12 个 P0 教程视频、4380 张 2s 帧和 2672 条音频证据</a:t>
            </a:r>
          </a:p>
        </p:txBody>
      </p:sp>
      <p:sp>
        <p:nvSpPr>
          <p:cNvPr id="4" name="">
            <a:extLst xmlns:a="http://schemas.openxmlformats.org/drawingml/2006/main">
              <a:ext uri="{FF2B5EF4-FFF2-40B4-BE49-F238E27FC236}">
                <a16:creationId xmlns:a16="http://schemas.microsoft.com/office/drawing/2014/main" id="{83699677-4B71-4B87-9A88-ECFCB6DB92B5}"/>
              </a:ext>
            </a:extLst>
          </p:cNvPr>
          <p:cNvSpPr>
            <a:spLocks xmlns:a="http://schemas.openxmlformats.org/drawingml/2006/main" noGrp="1"/>
          </p:cNvSpPr>
          <p:nvPr/>
        </p:nvSpPr>
        <p:spPr>
          <a:xfrm xmlns:a="http://schemas.openxmlformats.org/drawingml/2006/main">
            <a:off x="6953250" y="781050"/>
            <a:ext cx="4838700" cy="4000500"/>
          </a:xfrm>
          <a:prstGeom xmlns:a="http://schemas.openxmlformats.org/drawingml/2006/main" prst="rect">
            <a:avLst/>
          </a:prstGeom>
          <a:solidFill xmlns:a="http://schemas.openxmlformats.org/drawingml/2006/main">
            <a:srgbClr val="F3F4F6"/>
          </a:solidFill>
          <a:ln xmlns:a="http://schemas.openxmlformats.org/drawingml/2006/main" w="9525">
            <a:solidFill>
              <a:srgbClr val="D8DADF"/>
            </a:solidFill>
            <a:prstDash val="solid"/>
          </a:ln>
        </p:spPr>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158791a49ff34001"/>
          <a:stretch xmlns:a="http://schemas.openxmlformats.org/drawingml/2006/main"/>
        </p:blipFill>
        <p:spPr>
          <a:xfrm xmlns:a="http://schemas.openxmlformats.org/drawingml/2006/main">
            <a:off x="7029450" y="1463278"/>
            <a:ext cx="4686300" cy="2636044"/>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0C43BC66-8517-4DEC-9517-FBA1F15703C2}"/>
              </a:ext>
            </a:extLst>
          </p:cNvPr>
          <p:cNvSpPr>
            <a:spLocks xmlns:a="http://schemas.openxmlformats.org/drawingml/2006/main" noGrp="1"/>
          </p:cNvSpPr>
          <p:nvPr/>
        </p:nvSpPr>
        <p:spPr>
          <a:xfrm xmlns:a="http://schemas.openxmlformats.org/drawingml/2006/main">
            <a:off x="400050" y="5581650"/>
            <a:ext cx="11391900" cy="0"/>
          </a:xfrm>
          <a:prstGeom xmlns:a="http://schemas.openxmlformats.org/drawingml/2006/main" prst="line">
            <a:avLst/>
          </a:prstGeom>
          <a:noFill xmlns:a="http://schemas.openxmlformats.org/drawingml/2006/main"/>
          <a:ln xmlns:a="http://schemas.openxmlformats.org/drawingml/2006/main" w="9525">
            <a:solidFill>
              <a:srgbClr val="111111"/>
            </a:solidFill>
            <a:prstDash val="solid"/>
          </a:ln>
        </p:spPr>
      </p:sp>
      <p:sp>
        <p:nvSpPr>
          <p:cNvPr id="7" name="">
            <a:extLst xmlns:a="http://schemas.openxmlformats.org/drawingml/2006/main">
              <a:ext uri="{FF2B5EF4-FFF2-40B4-BE49-F238E27FC236}">
                <a16:creationId xmlns:a16="http://schemas.microsoft.com/office/drawing/2014/main" id="{822C9867-3E74-415B-8036-BF2B0BA6A83F}"/>
              </a:ext>
            </a:extLst>
          </p:cNvPr>
          <p:cNvSpPr>
            <a:spLocks xmlns:a="http://schemas.openxmlformats.org/drawingml/2006/main" noGrp="1"/>
          </p:cNvSpPr>
          <p:nvPr/>
        </p:nvSpPr>
        <p:spPr>
          <a:xfrm xmlns:a="http://schemas.openxmlformats.org/drawingml/2006/main">
            <a:off x="400050" y="5829300"/>
            <a:ext cx="723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1">
                <a:solidFill>
                  <a:srgbClr val="555555"/>
                </a:solidFill>
              </a:defRPr>
            </a:pPr>
            <a:r>
              <a:rPr sz="1350" b="1">
                <a:solidFill>
                  <a:srgbClr val="555555"/>
                </a:solidFill>
              </a:rPr>
              <a:t>AniShort Academy P0 深度教程包 | 20260701-134944</a:t>
            </a:r>
          </a:p>
        </p:txBody>
      </p:sp>
    </p:spTree>
    <p:extLst>
      <p:ext uri="{BB962C8B-B14F-4D97-AF65-F5344CB8AC3E}">
        <p14:creationId xmlns:p14="http://schemas.microsoft.com/office/powerpoint/2010/main" val="49231074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3A07C8BC-AD40-4BFC-AB37-F7465AF1ED6D}"/>
              </a:ext>
            </a:extLst>
          </p:cNvPr>
          <p:cNvSpPr>
            <a:spLocks xmlns:a="http://schemas.openxmlformats.org/drawingml/2006/main" noGrp="1"/>
          </p:cNvSpPr>
          <p:nvPr/>
        </p:nvSpPr>
        <p:spPr>
          <a:xfrm xmlns:a="http://schemas.openxmlformats.org/drawingml/2006/main">
            <a:off x="400050" y="419100"/>
            <a:ext cx="7810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925" b="1">
                <a:solidFill>
                  <a:srgbClr val="000000"/>
                </a:solidFill>
              </a:defRPr>
            </a:pPr>
            <a:r>
              <a:rPr sz="2925" b="1">
                <a:solidFill>
                  <a:srgbClr val="000000"/>
                </a:solidFill>
              </a:rPr>
              <a:t>画布工作区分为画布、节点和中心生产区</a:t>
            </a:r>
          </a:p>
        </p:txBody>
      </p:sp>
      <p:sp>
        <p:nvSpPr>
          <p:cNvPr id="2" name="">
            <a:extLst xmlns:a="http://schemas.openxmlformats.org/drawingml/2006/main">
              <a:ext uri="{FF2B5EF4-FFF2-40B4-BE49-F238E27FC236}">
                <a16:creationId xmlns:a16="http://schemas.microsoft.com/office/drawing/2014/main" id="{C32496FD-033C-4FA5-A64B-285529C595DD}"/>
              </a:ext>
            </a:extLst>
          </p:cNvPr>
          <p:cNvSpPr>
            <a:spLocks xmlns:a="http://schemas.openxmlformats.org/drawingml/2006/main" noGrp="1"/>
          </p:cNvSpPr>
          <p:nvPr/>
        </p:nvSpPr>
        <p:spPr>
          <a:xfrm xmlns:a="http://schemas.openxmlformats.org/drawingml/2006/main">
            <a:off x="400050" y="1066800"/>
            <a:ext cx="1139190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3" name="">
            <a:extLst xmlns:a="http://schemas.openxmlformats.org/drawingml/2006/main">
              <a:ext uri="{FF2B5EF4-FFF2-40B4-BE49-F238E27FC236}">
                <a16:creationId xmlns:a16="http://schemas.microsoft.com/office/drawing/2014/main" id="{1806CDDA-33B0-41FE-9E10-4F08CE671779}"/>
              </a:ext>
            </a:extLst>
          </p:cNvPr>
          <p:cNvSpPr>
            <a:spLocks xmlns:a="http://schemas.openxmlformats.org/drawingml/2006/main" noGrp="1"/>
          </p:cNvSpPr>
          <p:nvPr/>
        </p:nvSpPr>
        <p:spPr>
          <a:xfrm xmlns:a="http://schemas.openxmlformats.org/drawingml/2006/main">
            <a:off x="400050" y="1333500"/>
            <a:ext cx="5619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75" b="1">
                <a:solidFill>
                  <a:srgbClr val="111111"/>
                </a:solidFill>
              </a:defRPr>
            </a:pPr>
            <a:r>
              <a:rPr sz="1875" b="1">
                <a:solidFill>
                  <a:srgbClr val="111111"/>
                </a:solidFill>
              </a:rPr>
              <a:t>多画布在线协作是产品基础。</a:t>
            </a:r>
          </a:p>
        </p:txBody>
      </p:sp>
      <p:sp>
        <p:nvSpPr>
          <p:cNvPr id="4" name="">
            <a:extLst xmlns:a="http://schemas.openxmlformats.org/drawingml/2006/main">
              <a:ext uri="{FF2B5EF4-FFF2-40B4-BE49-F238E27FC236}">
                <a16:creationId xmlns:a16="http://schemas.microsoft.com/office/drawing/2014/main" id="{05BA9303-90BD-45A2-B8A6-72C584F71349}"/>
              </a:ext>
            </a:extLst>
          </p:cNvPr>
          <p:cNvSpPr>
            <a:spLocks xmlns:a="http://schemas.openxmlformats.org/drawingml/2006/main" noGrp="1"/>
          </p:cNvSpPr>
          <p:nvPr/>
        </p:nvSpPr>
        <p:spPr>
          <a:xfrm xmlns:a="http://schemas.openxmlformats.org/drawingml/2006/main">
            <a:off x="438150" y="2171700"/>
            <a:ext cx="5619750" cy="3143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725" b="0">
                <a:solidFill>
                  <a:srgbClr val="222222"/>
                </a:solidFill>
              </a:defRPr>
            </a:pPr>
            <a:r>
              <a:rPr sz="1725" b="0">
                <a:solidFill>
                  <a:srgbClr val="222222"/>
                </a:solidFill>
              </a:rPr>
              <a:t>• 左侧画布列表用于切换不同生产空间。</a:t>
            </a:r>
          </a:p>
          <a:p xmlns:a="http://schemas.openxmlformats.org/drawingml/2006/main">
            <a:pPr>
              <a:defRPr sz="1725" b="0">
                <a:solidFill>
                  <a:srgbClr val="222222"/>
                </a:solidFill>
              </a:defRPr>
            </a:pPr>
            <a:r>
              <a:rPr sz="1725" b="0">
                <a:solidFill>
                  <a:srgbClr val="222222"/>
                </a:solidFill>
              </a:rPr>
              <a:t>• 节点列表用于搜索、定位、隐藏和显示。</a:t>
            </a:r>
          </a:p>
          <a:p xmlns:a="http://schemas.openxmlformats.org/drawingml/2006/main">
            <a:pPr>
              <a:defRPr sz="1725" b="0">
                <a:solidFill>
                  <a:srgbClr val="222222"/>
                </a:solidFill>
              </a:defRPr>
            </a:pPr>
            <a:r>
              <a:rPr sz="1725" b="0">
                <a:solidFill>
                  <a:srgbClr val="222222"/>
                </a:solidFill>
              </a:rPr>
              <a:t>• 中心画布承载节点链路和素材关系。</a:t>
            </a:r>
          </a:p>
        </p:txBody>
      </p:sp>
      <p:sp>
        <p:nvSpPr>
          <p:cNvPr id="5" name="">
            <a:extLst xmlns:a="http://schemas.openxmlformats.org/drawingml/2006/main">
              <a:ext uri="{FF2B5EF4-FFF2-40B4-BE49-F238E27FC236}">
                <a16:creationId xmlns:a16="http://schemas.microsoft.com/office/drawing/2014/main" id="{A647A43E-6B83-4211-A9AD-47FF83B5F419}"/>
              </a:ext>
            </a:extLst>
          </p:cNvPr>
          <p:cNvSpPr>
            <a:spLocks xmlns:a="http://schemas.openxmlformats.org/drawingml/2006/main" noGrp="1"/>
          </p:cNvSpPr>
          <p:nvPr/>
        </p:nvSpPr>
        <p:spPr>
          <a:xfrm xmlns:a="http://schemas.openxmlformats.org/drawingml/2006/main">
            <a:off x="400050" y="5219700"/>
            <a:ext cx="5619750" cy="781050"/>
          </a:xfrm>
          <a:prstGeom xmlns:a="http://schemas.openxmlformats.org/drawingml/2006/main" prst="rect">
            <a:avLst/>
          </a:prstGeom>
          <a:solidFill xmlns:a="http://schemas.openxmlformats.org/drawingml/2006/main">
            <a:srgbClr val="FFF3ED"/>
          </a:solidFill>
          <a:ln xmlns:a="http://schemas.openxmlformats.org/drawingml/2006/main" w="9525">
            <a:solidFill>
              <a:srgbClr val="D8DADF"/>
            </a:solidFill>
            <a:prstDash val="solid"/>
          </a:ln>
        </p:spPr>
      </p:sp>
      <p:sp>
        <p:nvSpPr>
          <p:cNvPr id="6" name="">
            <a:extLst xmlns:a="http://schemas.openxmlformats.org/drawingml/2006/main">
              <a:ext uri="{FF2B5EF4-FFF2-40B4-BE49-F238E27FC236}">
                <a16:creationId xmlns:a16="http://schemas.microsoft.com/office/drawing/2014/main" id="{566FF674-E506-4C90-98A3-D4A2DAE3B2C2}"/>
              </a:ext>
            </a:extLst>
          </p:cNvPr>
          <p:cNvSpPr>
            <a:spLocks xmlns:a="http://schemas.openxmlformats.org/drawingml/2006/main" noGrp="1"/>
          </p:cNvSpPr>
          <p:nvPr/>
        </p:nvSpPr>
        <p:spPr>
          <a:xfrm xmlns:a="http://schemas.openxmlformats.org/drawingml/2006/main">
            <a:off x="590550" y="5410200"/>
            <a:ext cx="5238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b="1">
                <a:solidFill>
                  <a:srgbClr val="9A3412"/>
                </a:solidFill>
              </a:defRPr>
            </a:pPr>
            <a:r>
              <a:rPr sz="1575" b="1">
                <a:solidFill>
                  <a:srgbClr val="9A3412"/>
                </a:solidFill>
              </a:rPr>
              <a:t>数据结构要支持 canvas、node、edge、resource 的独立持久化。</a:t>
            </a:r>
          </a:p>
        </p:txBody>
      </p:sp>
      <p:sp>
        <p:nvSpPr>
          <p:cNvPr id="7" name="">
            <a:extLst xmlns:a="http://schemas.openxmlformats.org/drawingml/2006/main">
              <a:ext uri="{FF2B5EF4-FFF2-40B4-BE49-F238E27FC236}">
                <a16:creationId xmlns:a16="http://schemas.microsoft.com/office/drawing/2014/main" id="{AFDDB299-A0DB-4847-AD5B-4FFE3B16499A}"/>
              </a:ext>
            </a:extLst>
          </p:cNvPr>
          <p:cNvSpPr>
            <a:spLocks xmlns:a="http://schemas.openxmlformats.org/drawingml/2006/main" noGrp="1"/>
          </p:cNvSpPr>
          <p:nvPr/>
        </p:nvSpPr>
        <p:spPr>
          <a:xfrm xmlns:a="http://schemas.openxmlformats.org/drawingml/2006/main">
            <a:off x="6591300" y="1333500"/>
            <a:ext cx="5200650" cy="3276600"/>
          </a:xfrm>
          <a:prstGeom xmlns:a="http://schemas.openxmlformats.org/drawingml/2006/main" prst="rect">
            <a:avLst/>
          </a:prstGeom>
          <a:solidFill xmlns:a="http://schemas.openxmlformats.org/drawingml/2006/main">
            <a:srgbClr val="F3F4F6"/>
          </a:solidFill>
          <a:ln xmlns:a="http://schemas.openxmlformats.org/drawingml/2006/main" w="9525">
            <a:solidFill>
              <a:srgbClr val="D8DADF"/>
            </a:solidFill>
            <a:prstDash val="solid"/>
          </a:ln>
        </p:spPr>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c59653c606f2419a"/>
          <a:stretch xmlns:a="http://schemas.openxmlformats.org/drawingml/2006/main"/>
        </p:blipFill>
        <p:spPr>
          <a:xfrm xmlns:a="http://schemas.openxmlformats.org/drawingml/2006/main">
            <a:off x="6667500" y="1551980"/>
            <a:ext cx="5048250" cy="2839641"/>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A05F033D-B9AA-4AA2-8D19-242D56C29622}"/>
              </a:ext>
            </a:extLst>
          </p:cNvPr>
          <p:cNvSpPr>
            <a:spLocks xmlns:a="http://schemas.openxmlformats.org/drawingml/2006/main" noGrp="1"/>
          </p:cNvSpPr>
          <p:nvPr/>
        </p:nvSpPr>
        <p:spPr>
          <a:xfrm xmlns:a="http://schemas.openxmlformats.org/drawingml/2006/main">
            <a:off x="6610350" y="4800600"/>
            <a:ext cx="51625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0">
                <a:solidFill>
                  <a:srgbClr val="555555"/>
                </a:solidFill>
              </a:defRPr>
            </a:pPr>
            <a:r>
              <a:rPr sz="1200" b="0">
                <a:solidFill>
                  <a:srgbClr val="555555"/>
                </a:solidFill>
              </a:rPr>
              <a:t>我们现在进入一个项目来讲一下我们的工作区,我们以这个项目为例,讲一下我们这个画布的这个使用,我们从三个方面一个是基础功能的一个使用,再一个是我们一个完整的短距工作流的一个方式的介绍。</a:t>
            </a:r>
          </a:p>
        </p:txBody>
      </p:sp>
      <p:sp>
        <p:nvSpPr>
          <p:cNvPr id="10" name="">
            <a:extLst xmlns:a="http://schemas.openxmlformats.org/drawingml/2006/main">
              <a:ext uri="{FF2B5EF4-FFF2-40B4-BE49-F238E27FC236}">
                <a16:creationId xmlns:a16="http://schemas.microsoft.com/office/drawing/2014/main" id="{9170A44D-4233-4744-B8AA-041DA15A3C1D}"/>
              </a:ext>
            </a:extLst>
          </p:cNvPr>
          <p:cNvSpPr>
            <a:spLocks xmlns:a="http://schemas.openxmlformats.org/drawingml/2006/main" noGrp="1"/>
          </p:cNvSpPr>
          <p:nvPr/>
        </p:nvSpPr>
        <p:spPr>
          <a:xfrm xmlns:a="http://schemas.openxmlformats.org/drawingml/2006/main">
            <a:off x="400050" y="6286500"/>
            <a:ext cx="1139190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11" name="">
            <a:extLst xmlns:a="http://schemas.openxmlformats.org/drawingml/2006/main">
              <a:ext uri="{FF2B5EF4-FFF2-40B4-BE49-F238E27FC236}">
                <a16:creationId xmlns:a16="http://schemas.microsoft.com/office/drawing/2014/main" id="{0AAC8E75-D616-45D4-B342-955FE0DC4E88}"/>
              </a:ext>
            </a:extLst>
          </p:cNvPr>
          <p:cNvSpPr>
            <a:spLocks xmlns:a="http://schemas.openxmlformats.org/drawingml/2006/main" noGrp="1"/>
          </p:cNvSpPr>
          <p:nvPr/>
        </p:nvSpPr>
        <p:spPr>
          <a:xfrm xmlns:a="http://schemas.openxmlformats.org/drawingml/2006/main">
            <a:off x="400050" y="6419850"/>
            <a:ext cx="409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1">
                <a:solidFill>
                  <a:srgbClr val="555555"/>
                </a:solidFill>
              </a:defRPr>
            </a:pPr>
            <a:r>
              <a:rPr sz="1050" b="1">
                <a:solidFill>
                  <a:srgbClr val="555555"/>
                </a:solidFill>
              </a:rPr>
              <a:t>01 画布与节点库</a:t>
            </a:r>
          </a:p>
        </p:txBody>
      </p:sp>
      <p:sp>
        <p:nvSpPr>
          <p:cNvPr id="12" name="">
            <a:extLst xmlns:a="http://schemas.openxmlformats.org/drawingml/2006/main">
              <a:ext uri="{FF2B5EF4-FFF2-40B4-BE49-F238E27FC236}">
                <a16:creationId xmlns:a16="http://schemas.microsoft.com/office/drawing/2014/main" id="{40005FCF-ABDB-4E8D-9E6A-1ECEF05B4776}"/>
              </a:ext>
            </a:extLst>
          </p:cNvPr>
          <p:cNvSpPr>
            <a:spLocks xmlns:a="http://schemas.openxmlformats.org/drawingml/2006/main" noGrp="1"/>
          </p:cNvSpPr>
          <p:nvPr/>
        </p:nvSpPr>
        <p:spPr>
          <a:xfrm xmlns:a="http://schemas.openxmlformats.org/drawingml/2006/main">
            <a:off x="4667250" y="6419850"/>
            <a:ext cx="590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a:solidFill>
                  <a:srgbClr val="555555"/>
                </a:solidFill>
              </a:defRPr>
            </a:pPr>
            <a:r>
              <a:rPr sz="1050" b="0">
                <a:solidFill>
                  <a:srgbClr val="555555"/>
                </a:solidFill>
              </a:rPr>
              <a:t>证据：P0-3 画布工作区、节点介绍 00:00:00-00:00:26</a:t>
            </a:r>
          </a:p>
        </p:txBody>
      </p:sp>
      <p:sp>
        <p:nvSpPr>
          <p:cNvPr id="13" name="">
            <a:extLst xmlns:a="http://schemas.openxmlformats.org/drawingml/2006/main">
              <a:ext uri="{FF2B5EF4-FFF2-40B4-BE49-F238E27FC236}">
                <a16:creationId xmlns:a16="http://schemas.microsoft.com/office/drawing/2014/main" id="{E67872C5-66E9-4CA6-98B2-524DB5F97531}"/>
              </a:ext>
            </a:extLst>
          </p:cNvPr>
          <p:cNvSpPr>
            <a:spLocks xmlns:a="http://schemas.openxmlformats.org/drawingml/2006/main" noGrp="1"/>
          </p:cNvSpPr>
          <p:nvPr/>
        </p:nvSpPr>
        <p:spPr>
          <a:xfrm xmlns:a="http://schemas.openxmlformats.org/drawingml/2006/main">
            <a:off x="11049000" y="6419850"/>
            <a:ext cx="742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a:solidFill>
                  <a:srgbClr val="555555"/>
                </a:solidFill>
              </a:defRPr>
            </a:pPr>
            <a:r>
              <a:rPr sz="1050" b="0">
                <a:solidFill>
                  <a:srgbClr val="555555"/>
                </a:solidFill>
              </a:rPr>
              <a:t>2/13</a:t>
            </a:r>
          </a:p>
        </p:txBody>
      </p:sp>
    </p:spTree>
    <p:extLst>
      <p:ext uri="{BB962C8B-B14F-4D97-AF65-F5344CB8AC3E}">
        <p14:creationId xmlns:p14="http://schemas.microsoft.com/office/powerpoint/2010/main" val="97853912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FD84F301-1D6C-4EC5-8F17-7D4424AE2381}"/>
              </a:ext>
            </a:extLst>
          </p:cNvPr>
          <p:cNvSpPr>
            <a:spLocks xmlns:a="http://schemas.openxmlformats.org/drawingml/2006/main" noGrp="1"/>
          </p:cNvSpPr>
          <p:nvPr/>
        </p:nvSpPr>
        <p:spPr>
          <a:xfrm xmlns:a="http://schemas.openxmlformats.org/drawingml/2006/main">
            <a:off x="400050" y="419100"/>
            <a:ext cx="7810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925" b="1">
                <a:solidFill>
                  <a:srgbClr val="000000"/>
                </a:solidFill>
              </a:defRPr>
            </a:pPr>
            <a:r>
              <a:rPr sz="2925" b="1">
                <a:solidFill>
                  <a:srgbClr val="000000"/>
                </a:solidFill>
              </a:rPr>
              <a:t>版本历史需要支持自动保存和恢复</a:t>
            </a:r>
          </a:p>
        </p:txBody>
      </p:sp>
      <p:sp>
        <p:nvSpPr>
          <p:cNvPr id="2" name="">
            <a:extLst xmlns:a="http://schemas.openxmlformats.org/drawingml/2006/main">
              <a:ext uri="{FF2B5EF4-FFF2-40B4-BE49-F238E27FC236}">
                <a16:creationId xmlns:a16="http://schemas.microsoft.com/office/drawing/2014/main" id="{D8908301-4740-4E0A-9D5A-F99472A74174}"/>
              </a:ext>
            </a:extLst>
          </p:cNvPr>
          <p:cNvSpPr>
            <a:spLocks xmlns:a="http://schemas.openxmlformats.org/drawingml/2006/main" noGrp="1"/>
          </p:cNvSpPr>
          <p:nvPr/>
        </p:nvSpPr>
        <p:spPr>
          <a:xfrm xmlns:a="http://schemas.openxmlformats.org/drawingml/2006/main">
            <a:off x="400050" y="1066800"/>
            <a:ext cx="1139190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3" name="">
            <a:extLst xmlns:a="http://schemas.openxmlformats.org/drawingml/2006/main">
              <a:ext uri="{FF2B5EF4-FFF2-40B4-BE49-F238E27FC236}">
                <a16:creationId xmlns:a16="http://schemas.microsoft.com/office/drawing/2014/main" id="{7ABC7F2B-8B28-4E09-A4A7-3FAECF31FE23}"/>
              </a:ext>
            </a:extLst>
          </p:cNvPr>
          <p:cNvSpPr>
            <a:spLocks xmlns:a="http://schemas.openxmlformats.org/drawingml/2006/main" noGrp="1"/>
          </p:cNvSpPr>
          <p:nvPr/>
        </p:nvSpPr>
        <p:spPr>
          <a:xfrm xmlns:a="http://schemas.openxmlformats.org/drawingml/2006/main">
            <a:off x="400050" y="1333500"/>
            <a:ext cx="5619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75" b="1">
                <a:solidFill>
                  <a:srgbClr val="111111"/>
                </a:solidFill>
              </a:defRPr>
            </a:pPr>
            <a:r>
              <a:rPr sz="1875" b="1">
                <a:solidFill>
                  <a:srgbClr val="111111"/>
                </a:solidFill>
              </a:rPr>
              <a:t>用户会用历史版本找回误操作。</a:t>
            </a:r>
          </a:p>
        </p:txBody>
      </p:sp>
      <p:sp>
        <p:nvSpPr>
          <p:cNvPr id="4" name="">
            <a:extLst xmlns:a="http://schemas.openxmlformats.org/drawingml/2006/main">
              <a:ext uri="{FF2B5EF4-FFF2-40B4-BE49-F238E27FC236}">
                <a16:creationId xmlns:a16="http://schemas.microsoft.com/office/drawing/2014/main" id="{3393A653-C347-41FD-80EA-5470A55CE920}"/>
              </a:ext>
            </a:extLst>
          </p:cNvPr>
          <p:cNvSpPr>
            <a:spLocks xmlns:a="http://schemas.openxmlformats.org/drawingml/2006/main" noGrp="1"/>
          </p:cNvSpPr>
          <p:nvPr/>
        </p:nvSpPr>
        <p:spPr>
          <a:xfrm xmlns:a="http://schemas.openxmlformats.org/drawingml/2006/main">
            <a:off x="438150" y="2171700"/>
            <a:ext cx="5619750" cy="3143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725" b="0">
                <a:solidFill>
                  <a:srgbClr val="222222"/>
                </a:solidFill>
              </a:defRPr>
            </a:pPr>
            <a:r>
              <a:rPr sz="1725" b="0">
                <a:solidFill>
                  <a:srgbClr val="222222"/>
                </a:solidFill>
              </a:rPr>
              <a:t>• 系统周期性保存画布快照。</a:t>
            </a:r>
          </a:p>
          <a:p xmlns:a="http://schemas.openxmlformats.org/drawingml/2006/main">
            <a:pPr>
              <a:defRPr sz="1725" b="0">
                <a:solidFill>
                  <a:srgbClr val="222222"/>
                </a:solidFill>
              </a:defRPr>
            </a:pPr>
            <a:r>
              <a:rPr sz="1725" b="0">
                <a:solidFill>
                  <a:srgbClr val="222222"/>
                </a:solidFill>
              </a:rPr>
              <a:t>• 历史入口展示版本列表。</a:t>
            </a:r>
          </a:p>
          <a:p xmlns:a="http://schemas.openxmlformats.org/drawingml/2006/main">
            <a:pPr>
              <a:defRPr sz="1725" b="0">
                <a:solidFill>
                  <a:srgbClr val="222222"/>
                </a:solidFill>
              </a:defRPr>
            </a:pPr>
            <a:r>
              <a:rPr sz="1725" b="0">
                <a:solidFill>
                  <a:srgbClr val="222222"/>
                </a:solidFill>
              </a:rPr>
              <a:t>• 用户可以恢复到指定版本。</a:t>
            </a:r>
          </a:p>
        </p:txBody>
      </p:sp>
      <p:sp>
        <p:nvSpPr>
          <p:cNvPr id="5" name="">
            <a:extLst xmlns:a="http://schemas.openxmlformats.org/drawingml/2006/main">
              <a:ext uri="{FF2B5EF4-FFF2-40B4-BE49-F238E27FC236}">
                <a16:creationId xmlns:a16="http://schemas.microsoft.com/office/drawing/2014/main" id="{76768248-5E05-4727-A60E-FC066AC714FF}"/>
              </a:ext>
            </a:extLst>
          </p:cNvPr>
          <p:cNvSpPr>
            <a:spLocks xmlns:a="http://schemas.openxmlformats.org/drawingml/2006/main" noGrp="1"/>
          </p:cNvSpPr>
          <p:nvPr/>
        </p:nvSpPr>
        <p:spPr>
          <a:xfrm xmlns:a="http://schemas.openxmlformats.org/drawingml/2006/main">
            <a:off x="400050" y="5219700"/>
            <a:ext cx="5619750" cy="781050"/>
          </a:xfrm>
          <a:prstGeom xmlns:a="http://schemas.openxmlformats.org/drawingml/2006/main" prst="rect">
            <a:avLst/>
          </a:prstGeom>
          <a:solidFill xmlns:a="http://schemas.openxmlformats.org/drawingml/2006/main">
            <a:srgbClr val="FFF3ED"/>
          </a:solidFill>
          <a:ln xmlns:a="http://schemas.openxmlformats.org/drawingml/2006/main" w="9525">
            <a:solidFill>
              <a:srgbClr val="D8DADF"/>
            </a:solidFill>
            <a:prstDash val="solid"/>
          </a:ln>
        </p:spPr>
      </p:sp>
      <p:sp>
        <p:nvSpPr>
          <p:cNvPr id="6" name="">
            <a:extLst xmlns:a="http://schemas.openxmlformats.org/drawingml/2006/main">
              <a:ext uri="{FF2B5EF4-FFF2-40B4-BE49-F238E27FC236}">
                <a16:creationId xmlns:a16="http://schemas.microsoft.com/office/drawing/2014/main" id="{C7ED7867-4130-455B-B098-98CBAEC6850F}"/>
              </a:ext>
            </a:extLst>
          </p:cNvPr>
          <p:cNvSpPr>
            <a:spLocks xmlns:a="http://schemas.openxmlformats.org/drawingml/2006/main" noGrp="1"/>
          </p:cNvSpPr>
          <p:nvPr/>
        </p:nvSpPr>
        <p:spPr>
          <a:xfrm xmlns:a="http://schemas.openxmlformats.org/drawingml/2006/main">
            <a:off x="590550" y="5410200"/>
            <a:ext cx="5238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b="1">
                <a:solidFill>
                  <a:srgbClr val="9A3412"/>
                </a:solidFill>
              </a:defRPr>
            </a:pPr>
            <a:r>
              <a:rPr sz="1575" b="1">
                <a:solidFill>
                  <a:srgbClr val="9A3412"/>
                </a:solidFill>
              </a:rPr>
              <a:t>恢复流程必须保留节点、连线、资源引用和视口状态。</a:t>
            </a:r>
          </a:p>
        </p:txBody>
      </p:sp>
      <p:sp>
        <p:nvSpPr>
          <p:cNvPr id="7" name="">
            <a:extLst xmlns:a="http://schemas.openxmlformats.org/drawingml/2006/main">
              <a:ext uri="{FF2B5EF4-FFF2-40B4-BE49-F238E27FC236}">
                <a16:creationId xmlns:a16="http://schemas.microsoft.com/office/drawing/2014/main" id="{107172CE-AA75-41A6-BD9E-794B375E03C2}"/>
              </a:ext>
            </a:extLst>
          </p:cNvPr>
          <p:cNvSpPr>
            <a:spLocks xmlns:a="http://schemas.openxmlformats.org/drawingml/2006/main" noGrp="1"/>
          </p:cNvSpPr>
          <p:nvPr/>
        </p:nvSpPr>
        <p:spPr>
          <a:xfrm xmlns:a="http://schemas.openxmlformats.org/drawingml/2006/main">
            <a:off x="6591300" y="1333500"/>
            <a:ext cx="5200650" cy="3276600"/>
          </a:xfrm>
          <a:prstGeom xmlns:a="http://schemas.openxmlformats.org/drawingml/2006/main" prst="rect">
            <a:avLst/>
          </a:prstGeom>
          <a:solidFill xmlns:a="http://schemas.openxmlformats.org/drawingml/2006/main">
            <a:srgbClr val="F3F4F6"/>
          </a:solidFill>
          <a:ln xmlns:a="http://schemas.openxmlformats.org/drawingml/2006/main" w="9525">
            <a:solidFill>
              <a:srgbClr val="D8DADF"/>
            </a:solidFill>
            <a:prstDash val="solid"/>
          </a:ln>
        </p:spPr>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e2995af8588a45eb"/>
          <a:stretch xmlns:a="http://schemas.openxmlformats.org/drawingml/2006/main"/>
        </p:blipFill>
        <p:spPr>
          <a:xfrm xmlns:a="http://schemas.openxmlformats.org/drawingml/2006/main">
            <a:off x="6667500" y="1551980"/>
            <a:ext cx="5048250" cy="2839641"/>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FE0BAC8F-2E8E-4BDB-BD88-C9D8C7021573}"/>
              </a:ext>
            </a:extLst>
          </p:cNvPr>
          <p:cNvSpPr>
            <a:spLocks xmlns:a="http://schemas.openxmlformats.org/drawingml/2006/main" noGrp="1"/>
          </p:cNvSpPr>
          <p:nvPr/>
        </p:nvSpPr>
        <p:spPr>
          <a:xfrm xmlns:a="http://schemas.openxmlformats.org/drawingml/2006/main">
            <a:off x="6610350" y="4800600"/>
            <a:ext cx="51625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0">
                <a:solidFill>
                  <a:srgbClr val="555555"/>
                </a:solidFill>
              </a:defRPr>
            </a:pPr>
            <a:r>
              <a:rPr sz="1200" b="0">
                <a:solidFill>
                  <a:srgbClr val="555555"/>
                </a:solidFill>
              </a:rPr>
              <a:t>再一个就是我们一个自由式创作的这种工作流的方式介绍,分为这三块。</a:t>
            </a:r>
          </a:p>
        </p:txBody>
      </p:sp>
      <p:sp>
        <p:nvSpPr>
          <p:cNvPr id="10" name="">
            <a:extLst xmlns:a="http://schemas.openxmlformats.org/drawingml/2006/main">
              <a:ext uri="{FF2B5EF4-FFF2-40B4-BE49-F238E27FC236}">
                <a16:creationId xmlns:a16="http://schemas.microsoft.com/office/drawing/2014/main" id="{31F306A0-9537-4531-A1D8-EDCB5BB34A00}"/>
              </a:ext>
            </a:extLst>
          </p:cNvPr>
          <p:cNvSpPr>
            <a:spLocks xmlns:a="http://schemas.openxmlformats.org/drawingml/2006/main" noGrp="1"/>
          </p:cNvSpPr>
          <p:nvPr/>
        </p:nvSpPr>
        <p:spPr>
          <a:xfrm xmlns:a="http://schemas.openxmlformats.org/drawingml/2006/main">
            <a:off x="400050" y="6286500"/>
            <a:ext cx="1139190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11" name="">
            <a:extLst xmlns:a="http://schemas.openxmlformats.org/drawingml/2006/main">
              <a:ext uri="{FF2B5EF4-FFF2-40B4-BE49-F238E27FC236}">
                <a16:creationId xmlns:a16="http://schemas.microsoft.com/office/drawing/2014/main" id="{47BA9F57-31C7-48E1-9EF1-774CA5DD8D6D}"/>
              </a:ext>
            </a:extLst>
          </p:cNvPr>
          <p:cNvSpPr>
            <a:spLocks xmlns:a="http://schemas.openxmlformats.org/drawingml/2006/main" noGrp="1"/>
          </p:cNvSpPr>
          <p:nvPr/>
        </p:nvSpPr>
        <p:spPr>
          <a:xfrm xmlns:a="http://schemas.openxmlformats.org/drawingml/2006/main">
            <a:off x="400050" y="6419850"/>
            <a:ext cx="409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1">
                <a:solidFill>
                  <a:srgbClr val="555555"/>
                </a:solidFill>
              </a:defRPr>
            </a:pPr>
            <a:r>
              <a:rPr sz="1050" b="1">
                <a:solidFill>
                  <a:srgbClr val="555555"/>
                </a:solidFill>
              </a:rPr>
              <a:t>01 画布与节点库</a:t>
            </a:r>
          </a:p>
        </p:txBody>
      </p:sp>
      <p:sp>
        <p:nvSpPr>
          <p:cNvPr id="12" name="">
            <a:extLst xmlns:a="http://schemas.openxmlformats.org/drawingml/2006/main">
              <a:ext uri="{FF2B5EF4-FFF2-40B4-BE49-F238E27FC236}">
                <a16:creationId xmlns:a16="http://schemas.microsoft.com/office/drawing/2014/main" id="{481BA9D3-08FB-4542-8CDB-CFBD305F3DA0}"/>
              </a:ext>
            </a:extLst>
          </p:cNvPr>
          <p:cNvSpPr>
            <a:spLocks xmlns:a="http://schemas.openxmlformats.org/drawingml/2006/main" noGrp="1"/>
          </p:cNvSpPr>
          <p:nvPr/>
        </p:nvSpPr>
        <p:spPr>
          <a:xfrm xmlns:a="http://schemas.openxmlformats.org/drawingml/2006/main">
            <a:off x="4667250" y="6419850"/>
            <a:ext cx="590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a:solidFill>
                  <a:srgbClr val="555555"/>
                </a:solidFill>
              </a:defRPr>
            </a:pPr>
            <a:r>
              <a:rPr sz="1050" b="0">
                <a:solidFill>
                  <a:srgbClr val="555555"/>
                </a:solidFill>
              </a:rPr>
              <a:t>证据：P0-3 画布工作区、节点介绍 00:00:26-00:00:33</a:t>
            </a:r>
          </a:p>
        </p:txBody>
      </p:sp>
      <p:sp>
        <p:nvSpPr>
          <p:cNvPr id="13" name="">
            <a:extLst xmlns:a="http://schemas.openxmlformats.org/drawingml/2006/main">
              <a:ext uri="{FF2B5EF4-FFF2-40B4-BE49-F238E27FC236}">
                <a16:creationId xmlns:a16="http://schemas.microsoft.com/office/drawing/2014/main" id="{1C47A896-5866-4A35-97D2-CC9606922762}"/>
              </a:ext>
            </a:extLst>
          </p:cNvPr>
          <p:cNvSpPr>
            <a:spLocks xmlns:a="http://schemas.openxmlformats.org/drawingml/2006/main" noGrp="1"/>
          </p:cNvSpPr>
          <p:nvPr/>
        </p:nvSpPr>
        <p:spPr>
          <a:xfrm xmlns:a="http://schemas.openxmlformats.org/drawingml/2006/main">
            <a:off x="11049000" y="6419850"/>
            <a:ext cx="742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a:solidFill>
                  <a:srgbClr val="555555"/>
                </a:solidFill>
              </a:defRPr>
            </a:pPr>
            <a:r>
              <a:rPr sz="1050" b="0">
                <a:solidFill>
                  <a:srgbClr val="555555"/>
                </a:solidFill>
              </a:rPr>
              <a:t>3/13</a:t>
            </a:r>
          </a:p>
        </p:txBody>
      </p:sp>
    </p:spTree>
    <p:extLst>
      <p:ext uri="{BB962C8B-B14F-4D97-AF65-F5344CB8AC3E}">
        <p14:creationId xmlns:p14="http://schemas.microsoft.com/office/powerpoint/2010/main" val="177018665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1414DD18-9AA6-4D8C-89E9-202ED9D843BA}"/>
              </a:ext>
            </a:extLst>
          </p:cNvPr>
          <p:cNvSpPr>
            <a:spLocks xmlns:a="http://schemas.openxmlformats.org/drawingml/2006/main" noGrp="1"/>
          </p:cNvSpPr>
          <p:nvPr/>
        </p:nvSpPr>
        <p:spPr>
          <a:xfrm xmlns:a="http://schemas.openxmlformats.org/drawingml/2006/main">
            <a:off x="400050" y="419100"/>
            <a:ext cx="7810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925" b="1">
                <a:solidFill>
                  <a:srgbClr val="000000"/>
                </a:solidFill>
              </a:defRPr>
            </a:pPr>
            <a:r>
              <a:rPr sz="2925" b="1">
                <a:solidFill>
                  <a:srgbClr val="000000"/>
                </a:solidFill>
              </a:rPr>
              <a:t>节点列表是复杂画布的导航和性能工具</a:t>
            </a:r>
          </a:p>
        </p:txBody>
      </p:sp>
      <p:sp>
        <p:nvSpPr>
          <p:cNvPr id="2" name="">
            <a:extLst xmlns:a="http://schemas.openxmlformats.org/drawingml/2006/main">
              <a:ext uri="{FF2B5EF4-FFF2-40B4-BE49-F238E27FC236}">
                <a16:creationId xmlns:a16="http://schemas.microsoft.com/office/drawing/2014/main" id="{64BEF735-8D21-42EB-B7E6-2DC206A99DA6}"/>
              </a:ext>
            </a:extLst>
          </p:cNvPr>
          <p:cNvSpPr>
            <a:spLocks xmlns:a="http://schemas.openxmlformats.org/drawingml/2006/main" noGrp="1"/>
          </p:cNvSpPr>
          <p:nvPr/>
        </p:nvSpPr>
        <p:spPr>
          <a:xfrm xmlns:a="http://schemas.openxmlformats.org/drawingml/2006/main">
            <a:off x="400050" y="1066800"/>
            <a:ext cx="1139190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3" name="">
            <a:extLst xmlns:a="http://schemas.openxmlformats.org/drawingml/2006/main">
              <a:ext uri="{FF2B5EF4-FFF2-40B4-BE49-F238E27FC236}">
                <a16:creationId xmlns:a16="http://schemas.microsoft.com/office/drawing/2014/main" id="{119D6C3C-D25B-4F07-86DA-F291C910CE99}"/>
              </a:ext>
            </a:extLst>
          </p:cNvPr>
          <p:cNvSpPr>
            <a:spLocks xmlns:a="http://schemas.openxmlformats.org/drawingml/2006/main" noGrp="1"/>
          </p:cNvSpPr>
          <p:nvPr/>
        </p:nvSpPr>
        <p:spPr>
          <a:xfrm xmlns:a="http://schemas.openxmlformats.org/drawingml/2006/main">
            <a:off x="400050" y="1333500"/>
            <a:ext cx="5619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75" b="1">
                <a:solidFill>
                  <a:srgbClr val="111111"/>
                </a:solidFill>
              </a:defRPr>
            </a:pPr>
            <a:r>
              <a:rPr sz="1875" b="1">
                <a:solidFill>
                  <a:srgbClr val="111111"/>
                </a:solidFill>
              </a:rPr>
              <a:t>节点越多，越需要可见性管理。</a:t>
            </a:r>
          </a:p>
        </p:txBody>
      </p:sp>
      <p:sp>
        <p:nvSpPr>
          <p:cNvPr id="4" name="">
            <a:extLst xmlns:a="http://schemas.openxmlformats.org/drawingml/2006/main">
              <a:ext uri="{FF2B5EF4-FFF2-40B4-BE49-F238E27FC236}">
                <a16:creationId xmlns:a16="http://schemas.microsoft.com/office/drawing/2014/main" id="{1014EE7E-0355-4B04-B121-C8694337F353}"/>
              </a:ext>
            </a:extLst>
          </p:cNvPr>
          <p:cNvSpPr>
            <a:spLocks xmlns:a="http://schemas.openxmlformats.org/drawingml/2006/main" noGrp="1"/>
          </p:cNvSpPr>
          <p:nvPr/>
        </p:nvSpPr>
        <p:spPr>
          <a:xfrm xmlns:a="http://schemas.openxmlformats.org/drawingml/2006/main">
            <a:off x="438150" y="2171700"/>
            <a:ext cx="5619750" cy="3143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725" b="0">
                <a:solidFill>
                  <a:srgbClr val="222222"/>
                </a:solidFill>
              </a:defRPr>
            </a:pPr>
            <a:r>
              <a:rPr sz="1725" b="0">
                <a:solidFill>
                  <a:srgbClr val="222222"/>
                </a:solidFill>
              </a:rPr>
              <a:t>• 支持按名称和类型筛选节点。</a:t>
            </a:r>
          </a:p>
          <a:p xmlns:a="http://schemas.openxmlformats.org/drawingml/2006/main">
            <a:pPr>
              <a:defRPr sz="1725" b="0">
                <a:solidFill>
                  <a:srgbClr val="222222"/>
                </a:solidFill>
              </a:defRPr>
            </a:pPr>
            <a:r>
              <a:rPr sz="1725" b="0">
                <a:solidFill>
                  <a:srgbClr val="222222"/>
                </a:solidFill>
              </a:rPr>
              <a:t>• 支持定位到节点所在画布区域。</a:t>
            </a:r>
          </a:p>
          <a:p xmlns:a="http://schemas.openxmlformats.org/drawingml/2006/main">
            <a:pPr>
              <a:defRPr sz="1725" b="0">
                <a:solidFill>
                  <a:srgbClr val="222222"/>
                </a:solidFill>
              </a:defRPr>
            </a:pPr>
            <a:r>
              <a:rPr sz="1725" b="0">
                <a:solidFill>
                  <a:srgbClr val="222222"/>
                </a:solidFill>
              </a:rPr>
              <a:t>• 支持选择性隐藏部分节点区域。</a:t>
            </a:r>
          </a:p>
        </p:txBody>
      </p:sp>
      <p:sp>
        <p:nvSpPr>
          <p:cNvPr id="5" name="">
            <a:extLst xmlns:a="http://schemas.openxmlformats.org/drawingml/2006/main">
              <a:ext uri="{FF2B5EF4-FFF2-40B4-BE49-F238E27FC236}">
                <a16:creationId xmlns:a16="http://schemas.microsoft.com/office/drawing/2014/main" id="{1D8D8268-7527-4162-9A8F-381594706506}"/>
              </a:ext>
            </a:extLst>
          </p:cNvPr>
          <p:cNvSpPr>
            <a:spLocks xmlns:a="http://schemas.openxmlformats.org/drawingml/2006/main" noGrp="1"/>
          </p:cNvSpPr>
          <p:nvPr/>
        </p:nvSpPr>
        <p:spPr>
          <a:xfrm xmlns:a="http://schemas.openxmlformats.org/drawingml/2006/main">
            <a:off x="400050" y="5219700"/>
            <a:ext cx="5619750" cy="781050"/>
          </a:xfrm>
          <a:prstGeom xmlns:a="http://schemas.openxmlformats.org/drawingml/2006/main" prst="rect">
            <a:avLst/>
          </a:prstGeom>
          <a:solidFill xmlns:a="http://schemas.openxmlformats.org/drawingml/2006/main">
            <a:srgbClr val="FFF3ED"/>
          </a:solidFill>
          <a:ln xmlns:a="http://schemas.openxmlformats.org/drawingml/2006/main" w="9525">
            <a:solidFill>
              <a:srgbClr val="D8DADF"/>
            </a:solidFill>
            <a:prstDash val="solid"/>
          </a:ln>
        </p:spPr>
      </p:sp>
      <p:sp>
        <p:nvSpPr>
          <p:cNvPr id="6" name="">
            <a:extLst xmlns:a="http://schemas.openxmlformats.org/drawingml/2006/main">
              <a:ext uri="{FF2B5EF4-FFF2-40B4-BE49-F238E27FC236}">
                <a16:creationId xmlns:a16="http://schemas.microsoft.com/office/drawing/2014/main" id="{206494B7-0BBB-4F44-9A37-342974BF4C5A}"/>
              </a:ext>
            </a:extLst>
          </p:cNvPr>
          <p:cNvSpPr>
            <a:spLocks xmlns:a="http://schemas.openxmlformats.org/drawingml/2006/main" noGrp="1"/>
          </p:cNvSpPr>
          <p:nvPr/>
        </p:nvSpPr>
        <p:spPr>
          <a:xfrm xmlns:a="http://schemas.openxmlformats.org/drawingml/2006/main">
            <a:off x="590550" y="5410200"/>
            <a:ext cx="5238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b="1">
                <a:solidFill>
                  <a:srgbClr val="9A3412"/>
                </a:solidFill>
              </a:defRPr>
            </a:pPr>
            <a:r>
              <a:rPr sz="1575" b="1">
                <a:solidFill>
                  <a:srgbClr val="9A3412"/>
                </a:solidFill>
              </a:rPr>
              <a:t>隐藏状态要进入画布快照，并受权限控制。</a:t>
            </a:r>
          </a:p>
        </p:txBody>
      </p:sp>
      <p:sp>
        <p:nvSpPr>
          <p:cNvPr id="7" name="">
            <a:extLst xmlns:a="http://schemas.openxmlformats.org/drawingml/2006/main">
              <a:ext uri="{FF2B5EF4-FFF2-40B4-BE49-F238E27FC236}">
                <a16:creationId xmlns:a16="http://schemas.microsoft.com/office/drawing/2014/main" id="{DB69C373-8654-4E3F-A5FE-A97D6EE37342}"/>
              </a:ext>
            </a:extLst>
          </p:cNvPr>
          <p:cNvSpPr>
            <a:spLocks xmlns:a="http://schemas.openxmlformats.org/drawingml/2006/main" noGrp="1"/>
          </p:cNvSpPr>
          <p:nvPr/>
        </p:nvSpPr>
        <p:spPr>
          <a:xfrm xmlns:a="http://schemas.openxmlformats.org/drawingml/2006/main">
            <a:off x="6591300" y="1333500"/>
            <a:ext cx="5200650" cy="3276600"/>
          </a:xfrm>
          <a:prstGeom xmlns:a="http://schemas.openxmlformats.org/drawingml/2006/main" prst="rect">
            <a:avLst/>
          </a:prstGeom>
          <a:solidFill xmlns:a="http://schemas.openxmlformats.org/drawingml/2006/main">
            <a:srgbClr val="F3F4F6"/>
          </a:solidFill>
          <a:ln xmlns:a="http://schemas.openxmlformats.org/drawingml/2006/main" w="9525">
            <a:solidFill>
              <a:srgbClr val="D8DADF"/>
            </a:solidFill>
            <a:prstDash val="solid"/>
          </a:ln>
        </p:spPr>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2bf842fa7de941f3"/>
          <a:stretch xmlns:a="http://schemas.openxmlformats.org/drawingml/2006/main"/>
        </p:blipFill>
        <p:spPr>
          <a:xfrm xmlns:a="http://schemas.openxmlformats.org/drawingml/2006/main">
            <a:off x="6667500" y="1551980"/>
            <a:ext cx="5048250" cy="2839641"/>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89F064B4-8388-47F0-ACAB-D54106E8E788}"/>
              </a:ext>
            </a:extLst>
          </p:cNvPr>
          <p:cNvSpPr>
            <a:spLocks xmlns:a="http://schemas.openxmlformats.org/drawingml/2006/main" noGrp="1"/>
          </p:cNvSpPr>
          <p:nvPr/>
        </p:nvSpPr>
        <p:spPr>
          <a:xfrm xmlns:a="http://schemas.openxmlformats.org/drawingml/2006/main">
            <a:off x="6610350" y="4800600"/>
            <a:ext cx="51625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0">
                <a:solidFill>
                  <a:srgbClr val="555555"/>
                </a:solidFill>
              </a:defRPr>
            </a:pPr>
            <a:r>
              <a:rPr sz="1200" b="0">
                <a:solidFill>
                  <a:srgbClr val="555555"/>
                </a:solidFill>
              </a:rPr>
              <a:t>在我们的左侧区域分为画布列表和节点列表,我们产品的特色就是一个多画布在线协作的一个这样一个特点。</a:t>
            </a:r>
          </a:p>
        </p:txBody>
      </p:sp>
      <p:sp>
        <p:nvSpPr>
          <p:cNvPr id="10" name="">
            <a:extLst xmlns:a="http://schemas.openxmlformats.org/drawingml/2006/main">
              <a:ext uri="{FF2B5EF4-FFF2-40B4-BE49-F238E27FC236}">
                <a16:creationId xmlns:a16="http://schemas.microsoft.com/office/drawing/2014/main" id="{9D9B686C-A8FF-4CDA-88A2-51D078ED3C1D}"/>
              </a:ext>
            </a:extLst>
          </p:cNvPr>
          <p:cNvSpPr>
            <a:spLocks xmlns:a="http://schemas.openxmlformats.org/drawingml/2006/main" noGrp="1"/>
          </p:cNvSpPr>
          <p:nvPr/>
        </p:nvSpPr>
        <p:spPr>
          <a:xfrm xmlns:a="http://schemas.openxmlformats.org/drawingml/2006/main">
            <a:off x="400050" y="6286500"/>
            <a:ext cx="1139190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11" name="">
            <a:extLst xmlns:a="http://schemas.openxmlformats.org/drawingml/2006/main">
              <a:ext uri="{FF2B5EF4-FFF2-40B4-BE49-F238E27FC236}">
                <a16:creationId xmlns:a16="http://schemas.microsoft.com/office/drawing/2014/main" id="{C65C6F24-572D-45B7-AA82-2A865387DB03}"/>
              </a:ext>
            </a:extLst>
          </p:cNvPr>
          <p:cNvSpPr>
            <a:spLocks xmlns:a="http://schemas.openxmlformats.org/drawingml/2006/main" noGrp="1"/>
          </p:cNvSpPr>
          <p:nvPr/>
        </p:nvSpPr>
        <p:spPr>
          <a:xfrm xmlns:a="http://schemas.openxmlformats.org/drawingml/2006/main">
            <a:off x="400050" y="6419850"/>
            <a:ext cx="409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1">
                <a:solidFill>
                  <a:srgbClr val="555555"/>
                </a:solidFill>
              </a:defRPr>
            </a:pPr>
            <a:r>
              <a:rPr sz="1050" b="1">
                <a:solidFill>
                  <a:srgbClr val="555555"/>
                </a:solidFill>
              </a:rPr>
              <a:t>01 画布与节点库</a:t>
            </a:r>
          </a:p>
        </p:txBody>
      </p:sp>
      <p:sp>
        <p:nvSpPr>
          <p:cNvPr id="12" name="">
            <a:extLst xmlns:a="http://schemas.openxmlformats.org/drawingml/2006/main">
              <a:ext uri="{FF2B5EF4-FFF2-40B4-BE49-F238E27FC236}">
                <a16:creationId xmlns:a16="http://schemas.microsoft.com/office/drawing/2014/main" id="{0394DD56-01DE-419A-8C1A-E961FF8A84BA}"/>
              </a:ext>
            </a:extLst>
          </p:cNvPr>
          <p:cNvSpPr>
            <a:spLocks xmlns:a="http://schemas.openxmlformats.org/drawingml/2006/main" noGrp="1"/>
          </p:cNvSpPr>
          <p:nvPr/>
        </p:nvSpPr>
        <p:spPr>
          <a:xfrm xmlns:a="http://schemas.openxmlformats.org/drawingml/2006/main">
            <a:off x="4667250" y="6419850"/>
            <a:ext cx="590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a:solidFill>
                  <a:srgbClr val="555555"/>
                </a:solidFill>
              </a:defRPr>
            </a:pPr>
            <a:r>
              <a:rPr sz="1050" b="0">
                <a:solidFill>
                  <a:srgbClr val="555555"/>
                </a:solidFill>
              </a:rPr>
              <a:t>证据：P0-3 画布工作区、节点介绍 00:00:51-00:01:03</a:t>
            </a:r>
          </a:p>
        </p:txBody>
      </p:sp>
      <p:sp>
        <p:nvSpPr>
          <p:cNvPr id="13" name="">
            <a:extLst xmlns:a="http://schemas.openxmlformats.org/drawingml/2006/main">
              <a:ext uri="{FF2B5EF4-FFF2-40B4-BE49-F238E27FC236}">
                <a16:creationId xmlns:a16="http://schemas.microsoft.com/office/drawing/2014/main" id="{81E8CC0A-C532-466A-8726-C6A63BDCE5D4}"/>
              </a:ext>
            </a:extLst>
          </p:cNvPr>
          <p:cNvSpPr>
            <a:spLocks xmlns:a="http://schemas.openxmlformats.org/drawingml/2006/main" noGrp="1"/>
          </p:cNvSpPr>
          <p:nvPr/>
        </p:nvSpPr>
        <p:spPr>
          <a:xfrm xmlns:a="http://schemas.openxmlformats.org/drawingml/2006/main">
            <a:off x="11049000" y="6419850"/>
            <a:ext cx="742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a:solidFill>
                  <a:srgbClr val="555555"/>
                </a:solidFill>
              </a:defRPr>
            </a:pPr>
            <a:r>
              <a:rPr sz="1050" b="0">
                <a:solidFill>
                  <a:srgbClr val="555555"/>
                </a:solidFill>
              </a:rPr>
              <a:t>4/13</a:t>
            </a:r>
          </a:p>
        </p:txBody>
      </p:sp>
    </p:spTree>
    <p:extLst>
      <p:ext uri="{BB962C8B-B14F-4D97-AF65-F5344CB8AC3E}">
        <p14:creationId xmlns:p14="http://schemas.microsoft.com/office/powerpoint/2010/main" val="64129713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69D5760F-7387-4D82-9AEF-52B2C74F2E4D}"/>
              </a:ext>
            </a:extLst>
          </p:cNvPr>
          <p:cNvSpPr>
            <a:spLocks xmlns:a="http://schemas.openxmlformats.org/drawingml/2006/main" noGrp="1"/>
          </p:cNvSpPr>
          <p:nvPr/>
        </p:nvSpPr>
        <p:spPr>
          <a:xfrm xmlns:a="http://schemas.openxmlformats.org/drawingml/2006/main">
            <a:off x="400050" y="419100"/>
            <a:ext cx="7810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925" b="1">
                <a:solidFill>
                  <a:srgbClr val="000000"/>
                </a:solidFill>
              </a:defRPr>
            </a:pPr>
            <a:r>
              <a:rPr sz="2925" b="1">
                <a:solidFill>
                  <a:srgbClr val="000000"/>
                </a:solidFill>
              </a:rPr>
              <a:t>隐藏连线是复杂生产画布的必要开关</a:t>
            </a:r>
          </a:p>
        </p:txBody>
      </p:sp>
      <p:sp>
        <p:nvSpPr>
          <p:cNvPr id="2" name="">
            <a:extLst xmlns:a="http://schemas.openxmlformats.org/drawingml/2006/main">
              <a:ext uri="{FF2B5EF4-FFF2-40B4-BE49-F238E27FC236}">
                <a16:creationId xmlns:a16="http://schemas.microsoft.com/office/drawing/2014/main" id="{881A7B5E-661E-4013-94AD-2CB23A87416D}"/>
              </a:ext>
            </a:extLst>
          </p:cNvPr>
          <p:cNvSpPr>
            <a:spLocks xmlns:a="http://schemas.openxmlformats.org/drawingml/2006/main" noGrp="1"/>
          </p:cNvSpPr>
          <p:nvPr/>
        </p:nvSpPr>
        <p:spPr>
          <a:xfrm xmlns:a="http://schemas.openxmlformats.org/drawingml/2006/main">
            <a:off x="400050" y="1066800"/>
            <a:ext cx="1139190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3" name="">
            <a:extLst xmlns:a="http://schemas.openxmlformats.org/drawingml/2006/main">
              <a:ext uri="{FF2B5EF4-FFF2-40B4-BE49-F238E27FC236}">
                <a16:creationId xmlns:a16="http://schemas.microsoft.com/office/drawing/2014/main" id="{27F0CB98-C88E-46F5-B6B8-0A68C9EF3444}"/>
              </a:ext>
            </a:extLst>
          </p:cNvPr>
          <p:cNvSpPr>
            <a:spLocks xmlns:a="http://schemas.openxmlformats.org/drawingml/2006/main" noGrp="1"/>
          </p:cNvSpPr>
          <p:nvPr/>
        </p:nvSpPr>
        <p:spPr>
          <a:xfrm xmlns:a="http://schemas.openxmlformats.org/drawingml/2006/main">
            <a:off x="400050" y="1333500"/>
            <a:ext cx="5619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75" b="1">
                <a:solidFill>
                  <a:srgbClr val="111111"/>
                </a:solidFill>
              </a:defRPr>
            </a:pPr>
            <a:r>
              <a:rPr sz="1875" b="1">
                <a:solidFill>
                  <a:srgbClr val="111111"/>
                </a:solidFill>
              </a:rPr>
              <a:t>连线多时会影响性能和可读性。</a:t>
            </a:r>
          </a:p>
        </p:txBody>
      </p:sp>
      <p:sp>
        <p:nvSpPr>
          <p:cNvPr id="4" name="">
            <a:extLst xmlns:a="http://schemas.openxmlformats.org/drawingml/2006/main">
              <a:ext uri="{FF2B5EF4-FFF2-40B4-BE49-F238E27FC236}">
                <a16:creationId xmlns:a16="http://schemas.microsoft.com/office/drawing/2014/main" id="{7E866B43-1A8E-4D2F-8537-B5E1F235F9CD}"/>
              </a:ext>
            </a:extLst>
          </p:cNvPr>
          <p:cNvSpPr>
            <a:spLocks xmlns:a="http://schemas.openxmlformats.org/drawingml/2006/main" noGrp="1"/>
          </p:cNvSpPr>
          <p:nvPr/>
        </p:nvSpPr>
        <p:spPr>
          <a:xfrm xmlns:a="http://schemas.openxmlformats.org/drawingml/2006/main">
            <a:off x="438150" y="2171700"/>
            <a:ext cx="5619750" cy="3143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725" b="0">
                <a:solidFill>
                  <a:srgbClr val="222222"/>
                </a:solidFill>
              </a:defRPr>
            </a:pPr>
            <a:r>
              <a:rPr sz="1725" b="0">
                <a:solidFill>
                  <a:srgbClr val="222222"/>
                </a:solidFill>
              </a:rPr>
              <a:t>• 隐藏连线后引用关系不丢失。</a:t>
            </a:r>
          </a:p>
          <a:p xmlns:a="http://schemas.openxmlformats.org/drawingml/2006/main">
            <a:pPr>
              <a:defRPr sz="1725" b="0">
                <a:solidFill>
                  <a:srgbClr val="222222"/>
                </a:solidFill>
              </a:defRPr>
            </a:pPr>
            <a:r>
              <a:rPr sz="1725" b="0">
                <a:solidFill>
                  <a:srgbClr val="222222"/>
                </a:solidFill>
              </a:rPr>
              <a:t>• 隐藏时节点端口也会被隐藏。</a:t>
            </a:r>
          </a:p>
          <a:p xmlns:a="http://schemas.openxmlformats.org/drawingml/2006/main">
            <a:pPr>
              <a:defRPr sz="1725" b="0">
                <a:solidFill>
                  <a:srgbClr val="222222"/>
                </a:solidFill>
              </a:defRPr>
            </a:pPr>
            <a:r>
              <a:rPr sz="1725" b="0">
                <a:solidFill>
                  <a:srgbClr val="222222"/>
                </a:solidFill>
              </a:rPr>
              <a:t>• 编辑连线前需要恢复显示。</a:t>
            </a:r>
          </a:p>
        </p:txBody>
      </p:sp>
      <p:sp>
        <p:nvSpPr>
          <p:cNvPr id="5" name="">
            <a:extLst xmlns:a="http://schemas.openxmlformats.org/drawingml/2006/main">
              <a:ext uri="{FF2B5EF4-FFF2-40B4-BE49-F238E27FC236}">
                <a16:creationId xmlns:a16="http://schemas.microsoft.com/office/drawing/2014/main" id="{BA359623-08B3-4A83-A305-D9BFA300D2CA}"/>
              </a:ext>
            </a:extLst>
          </p:cNvPr>
          <p:cNvSpPr>
            <a:spLocks xmlns:a="http://schemas.openxmlformats.org/drawingml/2006/main" noGrp="1"/>
          </p:cNvSpPr>
          <p:nvPr/>
        </p:nvSpPr>
        <p:spPr>
          <a:xfrm xmlns:a="http://schemas.openxmlformats.org/drawingml/2006/main">
            <a:off x="400050" y="5219700"/>
            <a:ext cx="5619750" cy="781050"/>
          </a:xfrm>
          <a:prstGeom xmlns:a="http://schemas.openxmlformats.org/drawingml/2006/main" prst="rect">
            <a:avLst/>
          </a:prstGeom>
          <a:solidFill xmlns:a="http://schemas.openxmlformats.org/drawingml/2006/main">
            <a:srgbClr val="FFF3ED"/>
          </a:solidFill>
          <a:ln xmlns:a="http://schemas.openxmlformats.org/drawingml/2006/main" w="9525">
            <a:solidFill>
              <a:srgbClr val="D8DADF"/>
            </a:solidFill>
            <a:prstDash val="solid"/>
          </a:ln>
        </p:spPr>
      </p:sp>
      <p:sp>
        <p:nvSpPr>
          <p:cNvPr id="6" name="">
            <a:extLst xmlns:a="http://schemas.openxmlformats.org/drawingml/2006/main">
              <a:ext uri="{FF2B5EF4-FFF2-40B4-BE49-F238E27FC236}">
                <a16:creationId xmlns:a16="http://schemas.microsoft.com/office/drawing/2014/main" id="{CFCF22E0-939B-4A5C-9CF0-A351AFFDAE58}"/>
              </a:ext>
            </a:extLst>
          </p:cNvPr>
          <p:cNvSpPr>
            <a:spLocks xmlns:a="http://schemas.openxmlformats.org/drawingml/2006/main" noGrp="1"/>
          </p:cNvSpPr>
          <p:nvPr/>
        </p:nvSpPr>
        <p:spPr>
          <a:xfrm xmlns:a="http://schemas.openxmlformats.org/drawingml/2006/main">
            <a:off x="590550" y="5410200"/>
            <a:ext cx="5238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b="1">
                <a:solidFill>
                  <a:srgbClr val="9A3412"/>
                </a:solidFill>
              </a:defRPr>
            </a:pPr>
            <a:r>
              <a:rPr sz="1575" b="1">
                <a:solidFill>
                  <a:srgbClr val="9A3412"/>
                </a:solidFill>
              </a:rPr>
              <a:t>验收要覆盖千节点和高连线密度场景。</a:t>
            </a:r>
          </a:p>
        </p:txBody>
      </p:sp>
      <p:sp>
        <p:nvSpPr>
          <p:cNvPr id="7" name="">
            <a:extLst xmlns:a="http://schemas.openxmlformats.org/drawingml/2006/main">
              <a:ext uri="{FF2B5EF4-FFF2-40B4-BE49-F238E27FC236}">
                <a16:creationId xmlns:a16="http://schemas.microsoft.com/office/drawing/2014/main" id="{AE318242-03DC-4B49-9652-E8A33F1C77DD}"/>
              </a:ext>
            </a:extLst>
          </p:cNvPr>
          <p:cNvSpPr>
            <a:spLocks xmlns:a="http://schemas.openxmlformats.org/drawingml/2006/main" noGrp="1"/>
          </p:cNvSpPr>
          <p:nvPr/>
        </p:nvSpPr>
        <p:spPr>
          <a:xfrm xmlns:a="http://schemas.openxmlformats.org/drawingml/2006/main">
            <a:off x="6591300" y="1333500"/>
            <a:ext cx="5200650" cy="3276600"/>
          </a:xfrm>
          <a:prstGeom xmlns:a="http://schemas.openxmlformats.org/drawingml/2006/main" prst="rect">
            <a:avLst/>
          </a:prstGeom>
          <a:solidFill xmlns:a="http://schemas.openxmlformats.org/drawingml/2006/main">
            <a:srgbClr val="F3F4F6"/>
          </a:solidFill>
          <a:ln xmlns:a="http://schemas.openxmlformats.org/drawingml/2006/main" w="9525">
            <a:solidFill>
              <a:srgbClr val="D8DADF"/>
            </a:solidFill>
            <a:prstDash val="solid"/>
          </a:ln>
        </p:spPr>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e3e36116bd634835"/>
          <a:stretch xmlns:a="http://schemas.openxmlformats.org/drawingml/2006/main"/>
        </p:blipFill>
        <p:spPr>
          <a:xfrm xmlns:a="http://schemas.openxmlformats.org/drawingml/2006/main">
            <a:off x="6667500" y="1551980"/>
            <a:ext cx="5048250" cy="2839641"/>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D63F762C-D25A-47B9-BCF6-048E09892CA9}"/>
              </a:ext>
            </a:extLst>
          </p:cNvPr>
          <p:cNvSpPr>
            <a:spLocks xmlns:a="http://schemas.openxmlformats.org/drawingml/2006/main" noGrp="1"/>
          </p:cNvSpPr>
          <p:nvPr/>
        </p:nvSpPr>
        <p:spPr>
          <a:xfrm xmlns:a="http://schemas.openxmlformats.org/drawingml/2006/main">
            <a:off x="6610350" y="4800600"/>
            <a:ext cx="51625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0">
                <a:solidFill>
                  <a:srgbClr val="555555"/>
                </a:solidFill>
              </a:defRPr>
            </a:pPr>
            <a:r>
              <a:rPr sz="1200" b="0">
                <a:solidFill>
                  <a:srgbClr val="555555"/>
                </a:solidFill>
              </a:rPr>
              <a:t>所以说我们有这个出现这个历史版本想找回的情况的话,可以到这里面来我们选择一个版本,恢复到此版本。</a:t>
            </a:r>
          </a:p>
        </p:txBody>
      </p:sp>
      <p:sp>
        <p:nvSpPr>
          <p:cNvPr id="10" name="">
            <a:extLst xmlns:a="http://schemas.openxmlformats.org/drawingml/2006/main">
              <a:ext uri="{FF2B5EF4-FFF2-40B4-BE49-F238E27FC236}">
                <a16:creationId xmlns:a16="http://schemas.microsoft.com/office/drawing/2014/main" id="{638A0C50-C570-4042-B056-A29E67F8A9FC}"/>
              </a:ext>
            </a:extLst>
          </p:cNvPr>
          <p:cNvSpPr>
            <a:spLocks xmlns:a="http://schemas.openxmlformats.org/drawingml/2006/main" noGrp="1"/>
          </p:cNvSpPr>
          <p:nvPr/>
        </p:nvSpPr>
        <p:spPr>
          <a:xfrm xmlns:a="http://schemas.openxmlformats.org/drawingml/2006/main">
            <a:off x="400050" y="6286500"/>
            <a:ext cx="1139190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11" name="">
            <a:extLst xmlns:a="http://schemas.openxmlformats.org/drawingml/2006/main">
              <a:ext uri="{FF2B5EF4-FFF2-40B4-BE49-F238E27FC236}">
                <a16:creationId xmlns:a16="http://schemas.microsoft.com/office/drawing/2014/main" id="{F58A874D-FB8D-413C-99DF-262D9CCF6D46}"/>
              </a:ext>
            </a:extLst>
          </p:cNvPr>
          <p:cNvSpPr>
            <a:spLocks xmlns:a="http://schemas.openxmlformats.org/drawingml/2006/main" noGrp="1"/>
          </p:cNvSpPr>
          <p:nvPr/>
        </p:nvSpPr>
        <p:spPr>
          <a:xfrm xmlns:a="http://schemas.openxmlformats.org/drawingml/2006/main">
            <a:off x="400050" y="6419850"/>
            <a:ext cx="409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1">
                <a:solidFill>
                  <a:srgbClr val="555555"/>
                </a:solidFill>
              </a:defRPr>
            </a:pPr>
            <a:r>
              <a:rPr sz="1050" b="1">
                <a:solidFill>
                  <a:srgbClr val="555555"/>
                </a:solidFill>
              </a:rPr>
              <a:t>01 画布与节点库</a:t>
            </a:r>
          </a:p>
        </p:txBody>
      </p:sp>
      <p:sp>
        <p:nvSpPr>
          <p:cNvPr id="12" name="">
            <a:extLst xmlns:a="http://schemas.openxmlformats.org/drawingml/2006/main">
              <a:ext uri="{FF2B5EF4-FFF2-40B4-BE49-F238E27FC236}">
                <a16:creationId xmlns:a16="http://schemas.microsoft.com/office/drawing/2014/main" id="{9BB964F5-35D0-40F7-95BF-DFB5D41BF24E}"/>
              </a:ext>
            </a:extLst>
          </p:cNvPr>
          <p:cNvSpPr>
            <a:spLocks xmlns:a="http://schemas.openxmlformats.org/drawingml/2006/main" noGrp="1"/>
          </p:cNvSpPr>
          <p:nvPr/>
        </p:nvSpPr>
        <p:spPr>
          <a:xfrm xmlns:a="http://schemas.openxmlformats.org/drawingml/2006/main">
            <a:off x="4667250" y="6419850"/>
            <a:ext cx="590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a:solidFill>
                  <a:srgbClr val="555555"/>
                </a:solidFill>
              </a:defRPr>
            </a:pPr>
            <a:r>
              <a:rPr sz="1050" b="0">
                <a:solidFill>
                  <a:srgbClr val="555555"/>
                </a:solidFill>
              </a:rPr>
              <a:t>证据：P0-3 画布工作区、节点介绍 00:01:31-00:01:43</a:t>
            </a:r>
          </a:p>
        </p:txBody>
      </p:sp>
      <p:sp>
        <p:nvSpPr>
          <p:cNvPr id="13" name="">
            <a:extLst xmlns:a="http://schemas.openxmlformats.org/drawingml/2006/main">
              <a:ext uri="{FF2B5EF4-FFF2-40B4-BE49-F238E27FC236}">
                <a16:creationId xmlns:a16="http://schemas.microsoft.com/office/drawing/2014/main" id="{E3477E41-2A81-4B54-92EA-A8490EF6AAB1}"/>
              </a:ext>
            </a:extLst>
          </p:cNvPr>
          <p:cNvSpPr>
            <a:spLocks xmlns:a="http://schemas.openxmlformats.org/drawingml/2006/main" noGrp="1"/>
          </p:cNvSpPr>
          <p:nvPr/>
        </p:nvSpPr>
        <p:spPr>
          <a:xfrm xmlns:a="http://schemas.openxmlformats.org/drawingml/2006/main">
            <a:off x="11049000" y="6419850"/>
            <a:ext cx="742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a:solidFill>
                  <a:srgbClr val="555555"/>
                </a:solidFill>
              </a:defRPr>
            </a:pPr>
            <a:r>
              <a:rPr sz="1050" b="0">
                <a:solidFill>
                  <a:srgbClr val="555555"/>
                </a:solidFill>
              </a:rPr>
              <a:t>5/13</a:t>
            </a:r>
          </a:p>
        </p:txBody>
      </p:sp>
    </p:spTree>
    <p:extLst>
      <p:ext uri="{BB962C8B-B14F-4D97-AF65-F5344CB8AC3E}">
        <p14:creationId xmlns:p14="http://schemas.microsoft.com/office/powerpoint/2010/main" val="114662564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66706ADD-0715-43FD-A9B9-C6AAB7FA95FA}"/>
              </a:ext>
            </a:extLst>
          </p:cNvPr>
          <p:cNvSpPr>
            <a:spLocks xmlns:a="http://schemas.openxmlformats.org/drawingml/2006/main" noGrp="1"/>
          </p:cNvSpPr>
          <p:nvPr/>
        </p:nvSpPr>
        <p:spPr>
          <a:xfrm xmlns:a="http://schemas.openxmlformats.org/drawingml/2006/main">
            <a:off x="400050" y="419100"/>
            <a:ext cx="7810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925" b="1">
                <a:solidFill>
                  <a:srgbClr val="000000"/>
                </a:solidFill>
              </a:defRPr>
            </a:pPr>
            <a:r>
              <a:rPr sz="2925" b="1">
                <a:solidFill>
                  <a:srgbClr val="000000"/>
                </a:solidFill>
              </a:rPr>
              <a:t>节点库有底部按钮和画布右键两个入口</a:t>
            </a:r>
          </a:p>
        </p:txBody>
      </p:sp>
      <p:sp>
        <p:nvSpPr>
          <p:cNvPr id="2" name="">
            <a:extLst xmlns:a="http://schemas.openxmlformats.org/drawingml/2006/main">
              <a:ext uri="{FF2B5EF4-FFF2-40B4-BE49-F238E27FC236}">
                <a16:creationId xmlns:a16="http://schemas.microsoft.com/office/drawing/2014/main" id="{A7B11A2A-5FE9-4F6B-B0D8-5081510944D5}"/>
              </a:ext>
            </a:extLst>
          </p:cNvPr>
          <p:cNvSpPr>
            <a:spLocks xmlns:a="http://schemas.openxmlformats.org/drawingml/2006/main" noGrp="1"/>
          </p:cNvSpPr>
          <p:nvPr/>
        </p:nvSpPr>
        <p:spPr>
          <a:xfrm xmlns:a="http://schemas.openxmlformats.org/drawingml/2006/main">
            <a:off x="400050" y="1066800"/>
            <a:ext cx="1139190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3" name="">
            <a:extLst xmlns:a="http://schemas.openxmlformats.org/drawingml/2006/main">
              <a:ext uri="{FF2B5EF4-FFF2-40B4-BE49-F238E27FC236}">
                <a16:creationId xmlns:a16="http://schemas.microsoft.com/office/drawing/2014/main" id="{D63778CE-590E-4363-A54A-45F3166E1BFF}"/>
              </a:ext>
            </a:extLst>
          </p:cNvPr>
          <p:cNvSpPr>
            <a:spLocks xmlns:a="http://schemas.openxmlformats.org/drawingml/2006/main" noGrp="1"/>
          </p:cNvSpPr>
          <p:nvPr/>
        </p:nvSpPr>
        <p:spPr>
          <a:xfrm xmlns:a="http://schemas.openxmlformats.org/drawingml/2006/main">
            <a:off x="400050" y="1333500"/>
            <a:ext cx="5619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75" b="1">
                <a:solidFill>
                  <a:srgbClr val="111111"/>
                </a:solidFill>
              </a:defRPr>
            </a:pPr>
            <a:r>
              <a:rPr sz="1875" b="1">
                <a:solidFill>
                  <a:srgbClr val="111111"/>
                </a:solidFill>
              </a:rPr>
              <a:t>节点创建要对新手和熟手都高效。</a:t>
            </a:r>
          </a:p>
        </p:txBody>
      </p:sp>
      <p:sp>
        <p:nvSpPr>
          <p:cNvPr id="4" name="">
            <a:extLst xmlns:a="http://schemas.openxmlformats.org/drawingml/2006/main">
              <a:ext uri="{FF2B5EF4-FFF2-40B4-BE49-F238E27FC236}">
                <a16:creationId xmlns:a16="http://schemas.microsoft.com/office/drawing/2014/main" id="{EACB09DC-1E6B-4A92-9BFB-01BC17707E08}"/>
              </a:ext>
            </a:extLst>
          </p:cNvPr>
          <p:cNvSpPr>
            <a:spLocks xmlns:a="http://schemas.openxmlformats.org/drawingml/2006/main" noGrp="1"/>
          </p:cNvSpPr>
          <p:nvPr/>
        </p:nvSpPr>
        <p:spPr>
          <a:xfrm xmlns:a="http://schemas.openxmlformats.org/drawingml/2006/main">
            <a:off x="438150" y="2171700"/>
            <a:ext cx="5619750" cy="3143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725" b="0">
                <a:solidFill>
                  <a:srgbClr val="222222"/>
                </a:solidFill>
              </a:defRPr>
            </a:pPr>
            <a:r>
              <a:rPr sz="1725" b="0">
                <a:solidFill>
                  <a:srgbClr val="222222"/>
                </a:solidFill>
              </a:rPr>
              <a:t>• 底部添加按钮打开完整节点库。</a:t>
            </a:r>
          </a:p>
          <a:p xmlns:a="http://schemas.openxmlformats.org/drawingml/2006/main">
            <a:pPr>
              <a:defRPr sz="1725" b="0">
                <a:solidFill>
                  <a:srgbClr val="222222"/>
                </a:solidFill>
              </a:defRPr>
            </a:pPr>
            <a:r>
              <a:rPr sz="1725" b="0">
                <a:solidFill>
                  <a:srgbClr val="222222"/>
                </a:solidFill>
              </a:rPr>
              <a:t>• 画布空白处右键快速呼出节点库。</a:t>
            </a:r>
          </a:p>
          <a:p xmlns:a="http://schemas.openxmlformats.org/drawingml/2006/main">
            <a:pPr>
              <a:defRPr sz="1725" b="0">
                <a:solidFill>
                  <a:srgbClr val="222222"/>
                </a:solidFill>
              </a:defRPr>
            </a:pPr>
            <a:r>
              <a:rPr sz="1725" b="0">
                <a:solidFill>
                  <a:srgbClr val="222222"/>
                </a:solidFill>
              </a:rPr>
              <a:t>• 节点带数字或字母快捷键。</a:t>
            </a:r>
          </a:p>
        </p:txBody>
      </p:sp>
      <p:sp>
        <p:nvSpPr>
          <p:cNvPr id="5" name="">
            <a:extLst xmlns:a="http://schemas.openxmlformats.org/drawingml/2006/main">
              <a:ext uri="{FF2B5EF4-FFF2-40B4-BE49-F238E27FC236}">
                <a16:creationId xmlns:a16="http://schemas.microsoft.com/office/drawing/2014/main" id="{66330D24-EBE2-493C-95CF-752881DA277A}"/>
              </a:ext>
            </a:extLst>
          </p:cNvPr>
          <p:cNvSpPr>
            <a:spLocks xmlns:a="http://schemas.openxmlformats.org/drawingml/2006/main" noGrp="1"/>
          </p:cNvSpPr>
          <p:nvPr/>
        </p:nvSpPr>
        <p:spPr>
          <a:xfrm xmlns:a="http://schemas.openxmlformats.org/drawingml/2006/main">
            <a:off x="400050" y="5219700"/>
            <a:ext cx="5619750" cy="781050"/>
          </a:xfrm>
          <a:prstGeom xmlns:a="http://schemas.openxmlformats.org/drawingml/2006/main" prst="rect">
            <a:avLst/>
          </a:prstGeom>
          <a:solidFill xmlns:a="http://schemas.openxmlformats.org/drawingml/2006/main">
            <a:srgbClr val="FFF3ED"/>
          </a:solidFill>
          <a:ln xmlns:a="http://schemas.openxmlformats.org/drawingml/2006/main" w="9525">
            <a:solidFill>
              <a:srgbClr val="D8DADF"/>
            </a:solidFill>
            <a:prstDash val="solid"/>
          </a:ln>
        </p:spPr>
      </p:sp>
      <p:sp>
        <p:nvSpPr>
          <p:cNvPr id="6" name="">
            <a:extLst xmlns:a="http://schemas.openxmlformats.org/drawingml/2006/main">
              <a:ext uri="{FF2B5EF4-FFF2-40B4-BE49-F238E27FC236}">
                <a16:creationId xmlns:a16="http://schemas.microsoft.com/office/drawing/2014/main" id="{70C4363F-8451-477E-B1D0-BB0465A1AF85}"/>
              </a:ext>
            </a:extLst>
          </p:cNvPr>
          <p:cNvSpPr>
            <a:spLocks xmlns:a="http://schemas.openxmlformats.org/drawingml/2006/main" noGrp="1"/>
          </p:cNvSpPr>
          <p:nvPr/>
        </p:nvSpPr>
        <p:spPr>
          <a:xfrm xmlns:a="http://schemas.openxmlformats.org/drawingml/2006/main">
            <a:off x="590550" y="5410200"/>
            <a:ext cx="5238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b="1">
                <a:solidFill>
                  <a:srgbClr val="9A3412"/>
                </a:solidFill>
              </a:defRPr>
            </a:pPr>
            <a:r>
              <a:rPr sz="1575" b="1">
                <a:solidFill>
                  <a:srgbClr val="9A3412"/>
                </a:solidFill>
              </a:rPr>
              <a:t>不同入口创建出的节点 schema 必须一致。</a:t>
            </a:r>
          </a:p>
        </p:txBody>
      </p:sp>
      <p:sp>
        <p:nvSpPr>
          <p:cNvPr id="7" name="">
            <a:extLst xmlns:a="http://schemas.openxmlformats.org/drawingml/2006/main">
              <a:ext uri="{FF2B5EF4-FFF2-40B4-BE49-F238E27FC236}">
                <a16:creationId xmlns:a16="http://schemas.microsoft.com/office/drawing/2014/main" id="{BFC4AAB4-37BD-439B-83E6-0C9A967940B4}"/>
              </a:ext>
            </a:extLst>
          </p:cNvPr>
          <p:cNvSpPr>
            <a:spLocks xmlns:a="http://schemas.openxmlformats.org/drawingml/2006/main" noGrp="1"/>
          </p:cNvSpPr>
          <p:nvPr/>
        </p:nvSpPr>
        <p:spPr>
          <a:xfrm xmlns:a="http://schemas.openxmlformats.org/drawingml/2006/main">
            <a:off x="6591300" y="1333500"/>
            <a:ext cx="5200650" cy="3276600"/>
          </a:xfrm>
          <a:prstGeom xmlns:a="http://schemas.openxmlformats.org/drawingml/2006/main" prst="rect">
            <a:avLst/>
          </a:prstGeom>
          <a:solidFill xmlns:a="http://schemas.openxmlformats.org/drawingml/2006/main">
            <a:srgbClr val="F3F4F6"/>
          </a:solidFill>
          <a:ln xmlns:a="http://schemas.openxmlformats.org/drawingml/2006/main" w="9525">
            <a:solidFill>
              <a:srgbClr val="D8DADF"/>
            </a:solidFill>
            <a:prstDash val="solid"/>
          </a:ln>
        </p:spPr>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9554563283f84c4b"/>
          <a:stretch xmlns:a="http://schemas.openxmlformats.org/drawingml/2006/main"/>
        </p:blipFill>
        <p:spPr>
          <a:xfrm xmlns:a="http://schemas.openxmlformats.org/drawingml/2006/main">
            <a:off x="6667500" y="1551980"/>
            <a:ext cx="5048250" cy="2839641"/>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C28E212B-F330-42F4-95DB-5F7A6E2B5B7F}"/>
              </a:ext>
            </a:extLst>
          </p:cNvPr>
          <p:cNvSpPr>
            <a:spLocks xmlns:a="http://schemas.openxmlformats.org/drawingml/2006/main" noGrp="1"/>
          </p:cNvSpPr>
          <p:nvPr/>
        </p:nvSpPr>
        <p:spPr>
          <a:xfrm xmlns:a="http://schemas.openxmlformats.org/drawingml/2006/main">
            <a:off x="6610350" y="4800600"/>
            <a:ext cx="51625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0">
                <a:solidFill>
                  <a:srgbClr val="555555"/>
                </a:solidFill>
              </a:defRPr>
            </a:pPr>
            <a:r>
              <a:rPr sz="1200" b="0">
                <a:solidFill>
                  <a:srgbClr val="555555"/>
                </a:solidFill>
              </a:rPr>
              <a:t>它可以通过筛选去快速的查找,这一块使用比较多的情况是显示隐藏。</a:t>
            </a:r>
          </a:p>
        </p:txBody>
      </p:sp>
      <p:sp>
        <p:nvSpPr>
          <p:cNvPr id="10" name="">
            <a:extLst xmlns:a="http://schemas.openxmlformats.org/drawingml/2006/main">
              <a:ext uri="{FF2B5EF4-FFF2-40B4-BE49-F238E27FC236}">
                <a16:creationId xmlns:a16="http://schemas.microsoft.com/office/drawing/2014/main" id="{A9EF9ED9-FEE5-4D04-85F1-757346A0B452}"/>
              </a:ext>
            </a:extLst>
          </p:cNvPr>
          <p:cNvSpPr>
            <a:spLocks xmlns:a="http://schemas.openxmlformats.org/drawingml/2006/main" noGrp="1"/>
          </p:cNvSpPr>
          <p:nvPr/>
        </p:nvSpPr>
        <p:spPr>
          <a:xfrm xmlns:a="http://schemas.openxmlformats.org/drawingml/2006/main">
            <a:off x="400050" y="6286500"/>
            <a:ext cx="1139190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11" name="">
            <a:extLst xmlns:a="http://schemas.openxmlformats.org/drawingml/2006/main">
              <a:ext uri="{FF2B5EF4-FFF2-40B4-BE49-F238E27FC236}">
                <a16:creationId xmlns:a16="http://schemas.microsoft.com/office/drawing/2014/main" id="{4B41E2C7-D393-4A69-B874-2CE6DF507EB7}"/>
              </a:ext>
            </a:extLst>
          </p:cNvPr>
          <p:cNvSpPr>
            <a:spLocks xmlns:a="http://schemas.openxmlformats.org/drawingml/2006/main" noGrp="1"/>
          </p:cNvSpPr>
          <p:nvPr/>
        </p:nvSpPr>
        <p:spPr>
          <a:xfrm xmlns:a="http://schemas.openxmlformats.org/drawingml/2006/main">
            <a:off x="400050" y="6419850"/>
            <a:ext cx="409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1">
                <a:solidFill>
                  <a:srgbClr val="555555"/>
                </a:solidFill>
              </a:defRPr>
            </a:pPr>
            <a:r>
              <a:rPr sz="1050" b="1">
                <a:solidFill>
                  <a:srgbClr val="555555"/>
                </a:solidFill>
              </a:rPr>
              <a:t>01 画布与节点库</a:t>
            </a:r>
          </a:p>
        </p:txBody>
      </p:sp>
      <p:sp>
        <p:nvSpPr>
          <p:cNvPr id="12" name="">
            <a:extLst xmlns:a="http://schemas.openxmlformats.org/drawingml/2006/main">
              <a:ext uri="{FF2B5EF4-FFF2-40B4-BE49-F238E27FC236}">
                <a16:creationId xmlns:a16="http://schemas.microsoft.com/office/drawing/2014/main" id="{BE3731A2-5E07-4625-9B40-FEFD2D495A17}"/>
              </a:ext>
            </a:extLst>
          </p:cNvPr>
          <p:cNvSpPr>
            <a:spLocks xmlns:a="http://schemas.openxmlformats.org/drawingml/2006/main" noGrp="1"/>
          </p:cNvSpPr>
          <p:nvPr/>
        </p:nvSpPr>
        <p:spPr>
          <a:xfrm xmlns:a="http://schemas.openxmlformats.org/drawingml/2006/main">
            <a:off x="4667250" y="6419850"/>
            <a:ext cx="590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a:solidFill>
                  <a:srgbClr val="555555"/>
                </a:solidFill>
              </a:defRPr>
            </a:pPr>
            <a:r>
              <a:rPr sz="1050" b="0">
                <a:solidFill>
                  <a:srgbClr val="555555"/>
                </a:solidFill>
              </a:rPr>
              <a:t>证据：P0-3 画布工作区、节点介绍 00:01:57-00:02:07</a:t>
            </a:r>
          </a:p>
        </p:txBody>
      </p:sp>
      <p:sp>
        <p:nvSpPr>
          <p:cNvPr id="13" name="">
            <a:extLst xmlns:a="http://schemas.openxmlformats.org/drawingml/2006/main">
              <a:ext uri="{FF2B5EF4-FFF2-40B4-BE49-F238E27FC236}">
                <a16:creationId xmlns:a16="http://schemas.microsoft.com/office/drawing/2014/main" id="{63EE2A79-2B67-419C-8B64-342F037F0B6A}"/>
              </a:ext>
            </a:extLst>
          </p:cNvPr>
          <p:cNvSpPr>
            <a:spLocks xmlns:a="http://schemas.openxmlformats.org/drawingml/2006/main" noGrp="1"/>
          </p:cNvSpPr>
          <p:nvPr/>
        </p:nvSpPr>
        <p:spPr>
          <a:xfrm xmlns:a="http://schemas.openxmlformats.org/drawingml/2006/main">
            <a:off x="11049000" y="6419850"/>
            <a:ext cx="742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a:solidFill>
                  <a:srgbClr val="555555"/>
                </a:solidFill>
              </a:defRPr>
            </a:pPr>
            <a:r>
              <a:rPr sz="1050" b="0">
                <a:solidFill>
                  <a:srgbClr val="555555"/>
                </a:solidFill>
              </a:rPr>
              <a:t>6/13</a:t>
            </a:r>
          </a:p>
        </p:txBody>
      </p:sp>
    </p:spTree>
    <p:extLst>
      <p:ext uri="{BB962C8B-B14F-4D97-AF65-F5344CB8AC3E}">
        <p14:creationId xmlns:p14="http://schemas.microsoft.com/office/powerpoint/2010/main" val="1305793888"/>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DB96EE36-AD3A-44B4-A81C-8667C032B30D}"/>
              </a:ext>
            </a:extLst>
          </p:cNvPr>
          <p:cNvSpPr>
            <a:spLocks xmlns:a="http://schemas.openxmlformats.org/drawingml/2006/main" noGrp="1"/>
          </p:cNvSpPr>
          <p:nvPr/>
        </p:nvSpPr>
        <p:spPr>
          <a:xfrm xmlns:a="http://schemas.openxmlformats.org/drawingml/2006/main">
            <a:off x="400050" y="419100"/>
            <a:ext cx="7810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925" b="1">
                <a:solidFill>
                  <a:srgbClr val="000000"/>
                </a:solidFill>
              </a:defRPr>
            </a:pPr>
            <a:r>
              <a:rPr sz="2925" b="1">
                <a:solidFill>
                  <a:srgbClr val="000000"/>
                </a:solidFill>
              </a:rPr>
              <a:t>节点上方命令栏按从左到右执行</a:t>
            </a:r>
          </a:p>
        </p:txBody>
      </p:sp>
      <p:sp>
        <p:nvSpPr>
          <p:cNvPr id="2" name="">
            <a:extLst xmlns:a="http://schemas.openxmlformats.org/drawingml/2006/main">
              <a:ext uri="{FF2B5EF4-FFF2-40B4-BE49-F238E27FC236}">
                <a16:creationId xmlns:a16="http://schemas.microsoft.com/office/drawing/2014/main" id="{87FD3D33-D051-4409-A88E-52AA437BF3F6}"/>
              </a:ext>
            </a:extLst>
          </p:cNvPr>
          <p:cNvSpPr>
            <a:spLocks xmlns:a="http://schemas.openxmlformats.org/drawingml/2006/main" noGrp="1"/>
          </p:cNvSpPr>
          <p:nvPr/>
        </p:nvSpPr>
        <p:spPr>
          <a:xfrm xmlns:a="http://schemas.openxmlformats.org/drawingml/2006/main">
            <a:off x="400050" y="1066800"/>
            <a:ext cx="1139190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3" name="">
            <a:extLst xmlns:a="http://schemas.openxmlformats.org/drawingml/2006/main">
              <a:ext uri="{FF2B5EF4-FFF2-40B4-BE49-F238E27FC236}">
                <a16:creationId xmlns:a16="http://schemas.microsoft.com/office/drawing/2014/main" id="{A9AAFF35-1B79-464D-8F42-04A9199B4731}"/>
              </a:ext>
            </a:extLst>
          </p:cNvPr>
          <p:cNvSpPr>
            <a:spLocks xmlns:a="http://schemas.openxmlformats.org/drawingml/2006/main" noGrp="1"/>
          </p:cNvSpPr>
          <p:nvPr/>
        </p:nvSpPr>
        <p:spPr>
          <a:xfrm xmlns:a="http://schemas.openxmlformats.org/drawingml/2006/main">
            <a:off x="400050" y="1333500"/>
            <a:ext cx="5619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75" b="1">
                <a:solidFill>
                  <a:srgbClr val="111111"/>
                </a:solidFill>
              </a:defRPr>
            </a:pPr>
            <a:r>
              <a:rPr sz="1875" b="1">
                <a:solidFill>
                  <a:srgbClr val="111111"/>
                </a:solidFill>
              </a:rPr>
              <a:t>剧本、主体、分镜类节点都有相似结构。</a:t>
            </a:r>
          </a:p>
        </p:txBody>
      </p:sp>
      <p:sp>
        <p:nvSpPr>
          <p:cNvPr id="4" name="">
            <a:extLst xmlns:a="http://schemas.openxmlformats.org/drawingml/2006/main">
              <a:ext uri="{FF2B5EF4-FFF2-40B4-BE49-F238E27FC236}">
                <a16:creationId xmlns:a16="http://schemas.microsoft.com/office/drawing/2014/main" id="{E44C0B7A-1347-4AE7-95E7-FAFD36AC79C4}"/>
              </a:ext>
            </a:extLst>
          </p:cNvPr>
          <p:cNvSpPr>
            <a:spLocks xmlns:a="http://schemas.openxmlformats.org/drawingml/2006/main" noGrp="1"/>
          </p:cNvSpPr>
          <p:nvPr/>
        </p:nvSpPr>
        <p:spPr>
          <a:xfrm xmlns:a="http://schemas.openxmlformats.org/drawingml/2006/main">
            <a:off x="438150" y="2171700"/>
            <a:ext cx="5619750" cy="3143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725" b="0">
                <a:solidFill>
                  <a:srgbClr val="222222"/>
                </a:solidFill>
              </a:defRPr>
            </a:pPr>
            <a:r>
              <a:rPr sz="1725" b="0">
                <a:solidFill>
                  <a:srgbClr val="222222"/>
                </a:solidFill>
              </a:rPr>
              <a:t>• 下方是输入区或提示词区。</a:t>
            </a:r>
          </a:p>
          <a:p xmlns:a="http://schemas.openxmlformats.org/drawingml/2006/main">
            <a:pPr>
              <a:defRPr sz="1725" b="0">
                <a:solidFill>
                  <a:srgbClr val="222222"/>
                </a:solidFill>
              </a:defRPr>
            </a:pPr>
            <a:r>
              <a:rPr sz="1725" b="0">
                <a:solidFill>
                  <a:srgbClr val="222222"/>
                </a:solidFill>
              </a:rPr>
              <a:t>• 上方命令代表下一步关联动作。</a:t>
            </a:r>
          </a:p>
          <a:p xmlns:a="http://schemas.openxmlformats.org/drawingml/2006/main">
            <a:pPr>
              <a:defRPr sz="1725" b="0">
                <a:solidFill>
                  <a:srgbClr val="222222"/>
                </a:solidFill>
              </a:defRPr>
            </a:pPr>
            <a:r>
              <a:rPr sz="1725" b="0">
                <a:solidFill>
                  <a:srgbClr val="222222"/>
                </a:solidFill>
              </a:rPr>
              <a:t>• 未完成当前内容时，下游命令应禁用或提示。</a:t>
            </a:r>
          </a:p>
        </p:txBody>
      </p:sp>
      <p:sp>
        <p:nvSpPr>
          <p:cNvPr id="5" name="">
            <a:extLst xmlns:a="http://schemas.openxmlformats.org/drawingml/2006/main">
              <a:ext uri="{FF2B5EF4-FFF2-40B4-BE49-F238E27FC236}">
                <a16:creationId xmlns:a16="http://schemas.microsoft.com/office/drawing/2014/main" id="{6DF9AE05-B2BE-4965-B4D8-9C50FB2CE5EF}"/>
              </a:ext>
            </a:extLst>
          </p:cNvPr>
          <p:cNvSpPr>
            <a:spLocks xmlns:a="http://schemas.openxmlformats.org/drawingml/2006/main" noGrp="1"/>
          </p:cNvSpPr>
          <p:nvPr/>
        </p:nvSpPr>
        <p:spPr>
          <a:xfrm xmlns:a="http://schemas.openxmlformats.org/drawingml/2006/main">
            <a:off x="400050" y="5219700"/>
            <a:ext cx="5619750" cy="781050"/>
          </a:xfrm>
          <a:prstGeom xmlns:a="http://schemas.openxmlformats.org/drawingml/2006/main" prst="rect">
            <a:avLst/>
          </a:prstGeom>
          <a:solidFill xmlns:a="http://schemas.openxmlformats.org/drawingml/2006/main">
            <a:srgbClr val="FFF3ED"/>
          </a:solidFill>
          <a:ln xmlns:a="http://schemas.openxmlformats.org/drawingml/2006/main" w="9525">
            <a:solidFill>
              <a:srgbClr val="D8DADF"/>
            </a:solidFill>
            <a:prstDash val="solid"/>
          </a:ln>
        </p:spPr>
      </p:sp>
      <p:sp>
        <p:nvSpPr>
          <p:cNvPr id="6" name="">
            <a:extLst xmlns:a="http://schemas.openxmlformats.org/drawingml/2006/main">
              <a:ext uri="{FF2B5EF4-FFF2-40B4-BE49-F238E27FC236}">
                <a16:creationId xmlns:a16="http://schemas.microsoft.com/office/drawing/2014/main" id="{124013E5-572A-432A-8875-0023AD3B62DD}"/>
              </a:ext>
            </a:extLst>
          </p:cNvPr>
          <p:cNvSpPr>
            <a:spLocks xmlns:a="http://schemas.openxmlformats.org/drawingml/2006/main" noGrp="1"/>
          </p:cNvSpPr>
          <p:nvPr/>
        </p:nvSpPr>
        <p:spPr>
          <a:xfrm xmlns:a="http://schemas.openxmlformats.org/drawingml/2006/main">
            <a:off x="590550" y="5410200"/>
            <a:ext cx="5238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b="1">
                <a:solidFill>
                  <a:srgbClr val="9A3412"/>
                </a:solidFill>
              </a:defRPr>
            </a:pPr>
            <a:r>
              <a:rPr sz="1575" b="1">
                <a:solidFill>
                  <a:srgbClr val="9A3412"/>
                </a:solidFill>
              </a:rPr>
              <a:t>这是节点状态机和 E2E 的重点。</a:t>
            </a:r>
          </a:p>
        </p:txBody>
      </p:sp>
      <p:sp>
        <p:nvSpPr>
          <p:cNvPr id="7" name="">
            <a:extLst xmlns:a="http://schemas.openxmlformats.org/drawingml/2006/main">
              <a:ext uri="{FF2B5EF4-FFF2-40B4-BE49-F238E27FC236}">
                <a16:creationId xmlns:a16="http://schemas.microsoft.com/office/drawing/2014/main" id="{608C191C-276B-4966-80D3-DA68C795CDA5}"/>
              </a:ext>
            </a:extLst>
          </p:cNvPr>
          <p:cNvSpPr>
            <a:spLocks xmlns:a="http://schemas.openxmlformats.org/drawingml/2006/main" noGrp="1"/>
          </p:cNvSpPr>
          <p:nvPr/>
        </p:nvSpPr>
        <p:spPr>
          <a:xfrm xmlns:a="http://schemas.openxmlformats.org/drawingml/2006/main">
            <a:off x="6591300" y="1333500"/>
            <a:ext cx="5200650" cy="3276600"/>
          </a:xfrm>
          <a:prstGeom xmlns:a="http://schemas.openxmlformats.org/drawingml/2006/main" prst="rect">
            <a:avLst/>
          </a:prstGeom>
          <a:solidFill xmlns:a="http://schemas.openxmlformats.org/drawingml/2006/main">
            <a:srgbClr val="F3F4F6"/>
          </a:solidFill>
          <a:ln xmlns:a="http://schemas.openxmlformats.org/drawingml/2006/main" w="9525">
            <a:solidFill>
              <a:srgbClr val="D8DADF"/>
            </a:solidFill>
            <a:prstDash val="solid"/>
          </a:ln>
        </p:spPr>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7e0c7fba86594ebe"/>
          <a:stretch xmlns:a="http://schemas.openxmlformats.org/drawingml/2006/main"/>
        </p:blipFill>
        <p:spPr>
          <a:xfrm xmlns:a="http://schemas.openxmlformats.org/drawingml/2006/main">
            <a:off x="6667500" y="1551980"/>
            <a:ext cx="5048250" cy="2839641"/>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2727C3D4-AA18-47FD-AD9B-7427FA700C30}"/>
              </a:ext>
            </a:extLst>
          </p:cNvPr>
          <p:cNvSpPr>
            <a:spLocks xmlns:a="http://schemas.openxmlformats.org/drawingml/2006/main" noGrp="1"/>
          </p:cNvSpPr>
          <p:nvPr/>
        </p:nvSpPr>
        <p:spPr>
          <a:xfrm xmlns:a="http://schemas.openxmlformats.org/drawingml/2006/main">
            <a:off x="6610350" y="4800600"/>
            <a:ext cx="51625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0">
                <a:solidFill>
                  <a:srgbClr val="555555"/>
                </a:solidFill>
              </a:defRPr>
            </a:pPr>
            <a:r>
              <a:rPr sz="1200" b="0">
                <a:solidFill>
                  <a:srgbClr val="555555"/>
                </a:solidFill>
              </a:rPr>
              <a:t>同时再讲一下素材管理器这里面还有几个功能,一个是可以看到当时生成这个图片的提示词,想回头用的话可以在这里找到提示词可以复制,还有就是能快速的这个查找节点的位置,这个加号是创建新节点是什么意思呢,比如说这个时候我这个历史素材我想把它调出来重新去使用,然后点击这个加号,它就会加到我们这个画布中,这里有显示历史版本。</a:t>
            </a:r>
          </a:p>
        </p:txBody>
      </p:sp>
      <p:sp>
        <p:nvSpPr>
          <p:cNvPr id="10" name="">
            <a:extLst xmlns:a="http://schemas.openxmlformats.org/drawingml/2006/main">
              <a:ext uri="{FF2B5EF4-FFF2-40B4-BE49-F238E27FC236}">
                <a16:creationId xmlns:a16="http://schemas.microsoft.com/office/drawing/2014/main" id="{1CC22FF7-C625-4CE4-A23A-3B76A183435A}"/>
              </a:ext>
            </a:extLst>
          </p:cNvPr>
          <p:cNvSpPr>
            <a:spLocks xmlns:a="http://schemas.openxmlformats.org/drawingml/2006/main" noGrp="1"/>
          </p:cNvSpPr>
          <p:nvPr/>
        </p:nvSpPr>
        <p:spPr>
          <a:xfrm xmlns:a="http://schemas.openxmlformats.org/drawingml/2006/main">
            <a:off x="400050" y="6286500"/>
            <a:ext cx="1139190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11" name="">
            <a:extLst xmlns:a="http://schemas.openxmlformats.org/drawingml/2006/main">
              <a:ext uri="{FF2B5EF4-FFF2-40B4-BE49-F238E27FC236}">
                <a16:creationId xmlns:a16="http://schemas.microsoft.com/office/drawing/2014/main" id="{A5A7ECF7-39B3-4FE6-81C9-83C3288CB292}"/>
              </a:ext>
            </a:extLst>
          </p:cNvPr>
          <p:cNvSpPr>
            <a:spLocks xmlns:a="http://schemas.openxmlformats.org/drawingml/2006/main" noGrp="1"/>
          </p:cNvSpPr>
          <p:nvPr/>
        </p:nvSpPr>
        <p:spPr>
          <a:xfrm xmlns:a="http://schemas.openxmlformats.org/drawingml/2006/main">
            <a:off x="400050" y="6419850"/>
            <a:ext cx="409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1">
                <a:solidFill>
                  <a:srgbClr val="555555"/>
                </a:solidFill>
              </a:defRPr>
            </a:pPr>
            <a:r>
              <a:rPr sz="1050" b="1">
                <a:solidFill>
                  <a:srgbClr val="555555"/>
                </a:solidFill>
              </a:rPr>
              <a:t>01 画布与节点库</a:t>
            </a:r>
          </a:p>
        </p:txBody>
      </p:sp>
      <p:sp>
        <p:nvSpPr>
          <p:cNvPr id="12" name="">
            <a:extLst xmlns:a="http://schemas.openxmlformats.org/drawingml/2006/main">
              <a:ext uri="{FF2B5EF4-FFF2-40B4-BE49-F238E27FC236}">
                <a16:creationId xmlns:a16="http://schemas.microsoft.com/office/drawing/2014/main" id="{940261E1-42ED-49EC-ABF6-B605F2E9513C}"/>
              </a:ext>
            </a:extLst>
          </p:cNvPr>
          <p:cNvSpPr>
            <a:spLocks xmlns:a="http://schemas.openxmlformats.org/drawingml/2006/main" noGrp="1"/>
          </p:cNvSpPr>
          <p:nvPr/>
        </p:nvSpPr>
        <p:spPr>
          <a:xfrm xmlns:a="http://schemas.openxmlformats.org/drawingml/2006/main">
            <a:off x="4667250" y="6419850"/>
            <a:ext cx="590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a:solidFill>
                  <a:srgbClr val="555555"/>
                </a:solidFill>
              </a:defRPr>
            </a:pPr>
            <a:r>
              <a:rPr sz="1050" b="0">
                <a:solidFill>
                  <a:srgbClr val="555555"/>
                </a:solidFill>
              </a:rPr>
              <a:t>证据：P0-3 画布工作区、节点介绍 00:04:56-00:05:22</a:t>
            </a:r>
          </a:p>
        </p:txBody>
      </p:sp>
      <p:sp>
        <p:nvSpPr>
          <p:cNvPr id="13" name="">
            <a:extLst xmlns:a="http://schemas.openxmlformats.org/drawingml/2006/main">
              <a:ext uri="{FF2B5EF4-FFF2-40B4-BE49-F238E27FC236}">
                <a16:creationId xmlns:a16="http://schemas.microsoft.com/office/drawing/2014/main" id="{CC901B6C-B623-482F-BD9A-23ED08D08165}"/>
              </a:ext>
            </a:extLst>
          </p:cNvPr>
          <p:cNvSpPr>
            <a:spLocks xmlns:a="http://schemas.openxmlformats.org/drawingml/2006/main" noGrp="1"/>
          </p:cNvSpPr>
          <p:nvPr/>
        </p:nvSpPr>
        <p:spPr>
          <a:xfrm xmlns:a="http://schemas.openxmlformats.org/drawingml/2006/main">
            <a:off x="11049000" y="6419850"/>
            <a:ext cx="742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a:solidFill>
                  <a:srgbClr val="555555"/>
                </a:solidFill>
              </a:defRPr>
            </a:pPr>
            <a:r>
              <a:rPr sz="1050" b="0">
                <a:solidFill>
                  <a:srgbClr val="555555"/>
                </a:solidFill>
              </a:rPr>
              <a:t>7/13</a:t>
            </a:r>
          </a:p>
        </p:txBody>
      </p:sp>
    </p:spTree>
    <p:extLst>
      <p:ext uri="{BB962C8B-B14F-4D97-AF65-F5344CB8AC3E}">
        <p14:creationId xmlns:p14="http://schemas.microsoft.com/office/powerpoint/2010/main" val="1280572299"/>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5B734D03-A639-407B-8042-3F1A3155D9D7}"/>
              </a:ext>
            </a:extLst>
          </p:cNvPr>
          <p:cNvSpPr>
            <a:spLocks xmlns:a="http://schemas.openxmlformats.org/drawingml/2006/main" noGrp="1"/>
          </p:cNvSpPr>
          <p:nvPr/>
        </p:nvSpPr>
        <p:spPr>
          <a:xfrm xmlns:a="http://schemas.openxmlformats.org/drawingml/2006/main">
            <a:off x="400050" y="419100"/>
            <a:ext cx="7810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925" b="1">
                <a:solidFill>
                  <a:srgbClr val="000000"/>
                </a:solidFill>
              </a:defRPr>
            </a:pPr>
            <a:r>
              <a:rPr sz="2925" b="1">
                <a:solidFill>
                  <a:srgbClr val="000000"/>
                </a:solidFill>
              </a:rPr>
              <a:t>资源管理器要能跨画布查看图片和视频</a:t>
            </a:r>
          </a:p>
        </p:txBody>
      </p:sp>
      <p:sp>
        <p:nvSpPr>
          <p:cNvPr id="2" name="">
            <a:extLst xmlns:a="http://schemas.openxmlformats.org/drawingml/2006/main">
              <a:ext uri="{FF2B5EF4-FFF2-40B4-BE49-F238E27FC236}">
                <a16:creationId xmlns:a16="http://schemas.microsoft.com/office/drawing/2014/main" id="{15D01EA7-B11D-4253-9585-37C5B0740A96}"/>
              </a:ext>
            </a:extLst>
          </p:cNvPr>
          <p:cNvSpPr>
            <a:spLocks xmlns:a="http://schemas.openxmlformats.org/drawingml/2006/main" noGrp="1"/>
          </p:cNvSpPr>
          <p:nvPr/>
        </p:nvSpPr>
        <p:spPr>
          <a:xfrm xmlns:a="http://schemas.openxmlformats.org/drawingml/2006/main">
            <a:off x="400050" y="1066800"/>
            <a:ext cx="1139190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3" name="">
            <a:extLst xmlns:a="http://schemas.openxmlformats.org/drawingml/2006/main">
              <a:ext uri="{FF2B5EF4-FFF2-40B4-BE49-F238E27FC236}">
                <a16:creationId xmlns:a16="http://schemas.microsoft.com/office/drawing/2014/main" id="{2049A869-5FDB-4B82-8896-6F716BB5594D}"/>
              </a:ext>
            </a:extLst>
          </p:cNvPr>
          <p:cNvSpPr>
            <a:spLocks xmlns:a="http://schemas.openxmlformats.org/drawingml/2006/main" noGrp="1"/>
          </p:cNvSpPr>
          <p:nvPr/>
        </p:nvSpPr>
        <p:spPr>
          <a:xfrm xmlns:a="http://schemas.openxmlformats.org/drawingml/2006/main">
            <a:off x="400050" y="1333500"/>
            <a:ext cx="5619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75" b="1">
                <a:solidFill>
                  <a:srgbClr val="111111"/>
                </a:solidFill>
              </a:defRPr>
            </a:pPr>
            <a:r>
              <a:rPr sz="1875" b="1">
                <a:solidFill>
                  <a:srgbClr val="111111"/>
                </a:solidFill>
              </a:rPr>
              <a:t>素材管理器是复用历史生成结果的入口。</a:t>
            </a:r>
          </a:p>
        </p:txBody>
      </p:sp>
      <p:sp>
        <p:nvSpPr>
          <p:cNvPr id="4" name="">
            <a:extLst xmlns:a="http://schemas.openxmlformats.org/drawingml/2006/main">
              <a:ext uri="{FF2B5EF4-FFF2-40B4-BE49-F238E27FC236}">
                <a16:creationId xmlns:a16="http://schemas.microsoft.com/office/drawing/2014/main" id="{1A931756-829E-40F1-9A4B-E4D2982F436E}"/>
              </a:ext>
            </a:extLst>
          </p:cNvPr>
          <p:cNvSpPr>
            <a:spLocks xmlns:a="http://schemas.openxmlformats.org/drawingml/2006/main" noGrp="1"/>
          </p:cNvSpPr>
          <p:nvPr/>
        </p:nvSpPr>
        <p:spPr>
          <a:xfrm xmlns:a="http://schemas.openxmlformats.org/drawingml/2006/main">
            <a:off x="438150" y="2171700"/>
            <a:ext cx="5619750" cy="3143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725" b="0">
                <a:solidFill>
                  <a:srgbClr val="222222"/>
                </a:solidFill>
              </a:defRPr>
            </a:pPr>
            <a:r>
              <a:rPr sz="1725" b="0">
                <a:solidFill>
                  <a:srgbClr val="222222"/>
                </a:solidFill>
              </a:rPr>
              <a:t>• 展示当前画布全部图片和视频。</a:t>
            </a:r>
          </a:p>
          <a:p xmlns:a="http://schemas.openxmlformats.org/drawingml/2006/main">
            <a:pPr>
              <a:defRPr sz="1725" b="0">
                <a:solidFill>
                  <a:srgbClr val="222222"/>
                </a:solidFill>
              </a:defRPr>
            </a:pPr>
            <a:r>
              <a:rPr sz="1725" b="0">
                <a:solidFill>
                  <a:srgbClr val="222222"/>
                </a:solidFill>
              </a:rPr>
              <a:t>• 可切换查看其他画布素材。</a:t>
            </a:r>
          </a:p>
          <a:p xmlns:a="http://schemas.openxmlformats.org/drawingml/2006/main">
            <a:pPr>
              <a:defRPr sz="1725" b="0">
                <a:solidFill>
                  <a:srgbClr val="222222"/>
                </a:solidFill>
              </a:defRPr>
            </a:pPr>
            <a:r>
              <a:rPr sz="1725" b="0">
                <a:solidFill>
                  <a:srgbClr val="222222"/>
                </a:solidFill>
              </a:rPr>
              <a:t>• 支持全屏查看和缩略图大小调整。</a:t>
            </a:r>
          </a:p>
        </p:txBody>
      </p:sp>
      <p:sp>
        <p:nvSpPr>
          <p:cNvPr id="5" name="">
            <a:extLst xmlns:a="http://schemas.openxmlformats.org/drawingml/2006/main">
              <a:ext uri="{FF2B5EF4-FFF2-40B4-BE49-F238E27FC236}">
                <a16:creationId xmlns:a16="http://schemas.microsoft.com/office/drawing/2014/main" id="{9029217B-F4F2-44B7-BFB6-9321DFEEE392}"/>
              </a:ext>
            </a:extLst>
          </p:cNvPr>
          <p:cNvSpPr>
            <a:spLocks xmlns:a="http://schemas.openxmlformats.org/drawingml/2006/main" noGrp="1"/>
          </p:cNvSpPr>
          <p:nvPr/>
        </p:nvSpPr>
        <p:spPr>
          <a:xfrm xmlns:a="http://schemas.openxmlformats.org/drawingml/2006/main">
            <a:off x="400050" y="5219700"/>
            <a:ext cx="5619750" cy="781050"/>
          </a:xfrm>
          <a:prstGeom xmlns:a="http://schemas.openxmlformats.org/drawingml/2006/main" prst="rect">
            <a:avLst/>
          </a:prstGeom>
          <a:solidFill xmlns:a="http://schemas.openxmlformats.org/drawingml/2006/main">
            <a:srgbClr val="FFF3ED"/>
          </a:solidFill>
          <a:ln xmlns:a="http://schemas.openxmlformats.org/drawingml/2006/main" w="9525">
            <a:solidFill>
              <a:srgbClr val="D8DADF"/>
            </a:solidFill>
            <a:prstDash val="solid"/>
          </a:ln>
        </p:spPr>
      </p:sp>
      <p:sp>
        <p:nvSpPr>
          <p:cNvPr id="6" name="">
            <a:extLst xmlns:a="http://schemas.openxmlformats.org/drawingml/2006/main">
              <a:ext uri="{FF2B5EF4-FFF2-40B4-BE49-F238E27FC236}">
                <a16:creationId xmlns:a16="http://schemas.microsoft.com/office/drawing/2014/main" id="{349351B8-442F-49C1-9D0A-94EAA1DE7D5C}"/>
              </a:ext>
            </a:extLst>
          </p:cNvPr>
          <p:cNvSpPr>
            <a:spLocks xmlns:a="http://schemas.openxmlformats.org/drawingml/2006/main" noGrp="1"/>
          </p:cNvSpPr>
          <p:nvPr/>
        </p:nvSpPr>
        <p:spPr>
          <a:xfrm xmlns:a="http://schemas.openxmlformats.org/drawingml/2006/main">
            <a:off x="590550" y="5410200"/>
            <a:ext cx="5238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b="1">
                <a:solidFill>
                  <a:srgbClr val="9A3412"/>
                </a:solidFill>
              </a:defRPr>
            </a:pPr>
            <a:r>
              <a:rPr sz="1575" b="1">
                <a:solidFill>
                  <a:srgbClr val="9A3412"/>
                </a:solidFill>
              </a:rPr>
              <a:t>素材索引要按项目、画布、类型和生成历史检索。</a:t>
            </a:r>
          </a:p>
        </p:txBody>
      </p:sp>
      <p:sp>
        <p:nvSpPr>
          <p:cNvPr id="7" name="">
            <a:extLst xmlns:a="http://schemas.openxmlformats.org/drawingml/2006/main">
              <a:ext uri="{FF2B5EF4-FFF2-40B4-BE49-F238E27FC236}">
                <a16:creationId xmlns:a16="http://schemas.microsoft.com/office/drawing/2014/main" id="{AF11287D-2382-4418-B34E-4E354646F61E}"/>
              </a:ext>
            </a:extLst>
          </p:cNvPr>
          <p:cNvSpPr>
            <a:spLocks xmlns:a="http://schemas.openxmlformats.org/drawingml/2006/main" noGrp="1"/>
          </p:cNvSpPr>
          <p:nvPr/>
        </p:nvSpPr>
        <p:spPr>
          <a:xfrm xmlns:a="http://schemas.openxmlformats.org/drawingml/2006/main">
            <a:off x="6591300" y="1333500"/>
            <a:ext cx="5200650" cy="3276600"/>
          </a:xfrm>
          <a:prstGeom xmlns:a="http://schemas.openxmlformats.org/drawingml/2006/main" prst="rect">
            <a:avLst/>
          </a:prstGeom>
          <a:solidFill xmlns:a="http://schemas.openxmlformats.org/drawingml/2006/main">
            <a:srgbClr val="F3F4F6"/>
          </a:solidFill>
          <a:ln xmlns:a="http://schemas.openxmlformats.org/drawingml/2006/main" w="9525">
            <a:solidFill>
              <a:srgbClr val="D8DADF"/>
            </a:solidFill>
            <a:prstDash val="solid"/>
          </a:ln>
        </p:spPr>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42cf2e72d5be4161"/>
          <a:stretch xmlns:a="http://schemas.openxmlformats.org/drawingml/2006/main"/>
        </p:blipFill>
        <p:spPr>
          <a:xfrm xmlns:a="http://schemas.openxmlformats.org/drawingml/2006/main">
            <a:off x="6667500" y="1551980"/>
            <a:ext cx="5048250" cy="2839641"/>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C1E26BA4-3B98-4413-88DA-A5AC5BA06996}"/>
              </a:ext>
            </a:extLst>
          </p:cNvPr>
          <p:cNvSpPr>
            <a:spLocks xmlns:a="http://schemas.openxmlformats.org/drawingml/2006/main" noGrp="1"/>
          </p:cNvSpPr>
          <p:nvPr/>
        </p:nvSpPr>
        <p:spPr>
          <a:xfrm xmlns:a="http://schemas.openxmlformats.org/drawingml/2006/main">
            <a:off x="6610350" y="4800600"/>
            <a:ext cx="51625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0">
                <a:solidFill>
                  <a:srgbClr val="555555"/>
                </a:solidFill>
              </a:defRPr>
            </a:pPr>
            <a:r>
              <a:rPr sz="1200" b="0">
                <a:solidFill>
                  <a:srgbClr val="555555"/>
                </a:solidFill>
              </a:rPr>
              <a:t>我们也可以通过在画布空白区右键来创建这个节点,来呼出节点库创建,同时我们可以看到这个每个节点后面都有一个数字和字母的这个缩写,可以通过快捷键来操作,比如说我们创建一个文本节点按住数字1,就可以快速创建一个节点出来。</a:t>
            </a:r>
          </a:p>
        </p:txBody>
      </p:sp>
      <p:sp>
        <p:nvSpPr>
          <p:cNvPr id="10" name="">
            <a:extLst xmlns:a="http://schemas.openxmlformats.org/drawingml/2006/main">
              <a:ext uri="{FF2B5EF4-FFF2-40B4-BE49-F238E27FC236}">
                <a16:creationId xmlns:a16="http://schemas.microsoft.com/office/drawing/2014/main" id="{BAB393AD-A10B-4807-ADE8-4AD6B176986C}"/>
              </a:ext>
            </a:extLst>
          </p:cNvPr>
          <p:cNvSpPr>
            <a:spLocks xmlns:a="http://schemas.openxmlformats.org/drawingml/2006/main" noGrp="1"/>
          </p:cNvSpPr>
          <p:nvPr/>
        </p:nvSpPr>
        <p:spPr>
          <a:xfrm xmlns:a="http://schemas.openxmlformats.org/drawingml/2006/main">
            <a:off x="400050" y="6286500"/>
            <a:ext cx="1139190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11" name="">
            <a:extLst xmlns:a="http://schemas.openxmlformats.org/drawingml/2006/main">
              <a:ext uri="{FF2B5EF4-FFF2-40B4-BE49-F238E27FC236}">
                <a16:creationId xmlns:a16="http://schemas.microsoft.com/office/drawing/2014/main" id="{2840BABA-EE8D-42E1-89A2-68FE61C3E629}"/>
              </a:ext>
            </a:extLst>
          </p:cNvPr>
          <p:cNvSpPr>
            <a:spLocks xmlns:a="http://schemas.openxmlformats.org/drawingml/2006/main" noGrp="1"/>
          </p:cNvSpPr>
          <p:nvPr/>
        </p:nvSpPr>
        <p:spPr>
          <a:xfrm xmlns:a="http://schemas.openxmlformats.org/drawingml/2006/main">
            <a:off x="400050" y="6419850"/>
            <a:ext cx="409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1">
                <a:solidFill>
                  <a:srgbClr val="555555"/>
                </a:solidFill>
              </a:defRPr>
            </a:pPr>
            <a:r>
              <a:rPr sz="1050" b="1">
                <a:solidFill>
                  <a:srgbClr val="555555"/>
                </a:solidFill>
              </a:rPr>
              <a:t>01 画布与节点库</a:t>
            </a:r>
          </a:p>
        </p:txBody>
      </p:sp>
      <p:sp>
        <p:nvSpPr>
          <p:cNvPr id="12" name="">
            <a:extLst xmlns:a="http://schemas.openxmlformats.org/drawingml/2006/main">
              <a:ext uri="{FF2B5EF4-FFF2-40B4-BE49-F238E27FC236}">
                <a16:creationId xmlns:a16="http://schemas.microsoft.com/office/drawing/2014/main" id="{60168F62-4234-4E10-ABE6-075764EB8D4E}"/>
              </a:ext>
            </a:extLst>
          </p:cNvPr>
          <p:cNvSpPr>
            <a:spLocks xmlns:a="http://schemas.openxmlformats.org/drawingml/2006/main" noGrp="1"/>
          </p:cNvSpPr>
          <p:nvPr/>
        </p:nvSpPr>
        <p:spPr>
          <a:xfrm xmlns:a="http://schemas.openxmlformats.org/drawingml/2006/main">
            <a:off x="4667250" y="6419850"/>
            <a:ext cx="590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a:solidFill>
                  <a:srgbClr val="555555"/>
                </a:solidFill>
              </a:defRPr>
            </a:pPr>
            <a:r>
              <a:rPr sz="1050" b="0">
                <a:solidFill>
                  <a:srgbClr val="555555"/>
                </a:solidFill>
              </a:rPr>
              <a:t>证据：P0-3 画布工作区、节点介绍 00:03:10-00:03:34</a:t>
            </a:r>
          </a:p>
        </p:txBody>
      </p:sp>
      <p:sp>
        <p:nvSpPr>
          <p:cNvPr id="13" name="">
            <a:extLst xmlns:a="http://schemas.openxmlformats.org/drawingml/2006/main">
              <a:ext uri="{FF2B5EF4-FFF2-40B4-BE49-F238E27FC236}">
                <a16:creationId xmlns:a16="http://schemas.microsoft.com/office/drawing/2014/main" id="{758F3FD3-AFC9-4740-ADD3-1AE3F2815850}"/>
              </a:ext>
            </a:extLst>
          </p:cNvPr>
          <p:cNvSpPr>
            <a:spLocks xmlns:a="http://schemas.openxmlformats.org/drawingml/2006/main" noGrp="1"/>
          </p:cNvSpPr>
          <p:nvPr/>
        </p:nvSpPr>
        <p:spPr>
          <a:xfrm xmlns:a="http://schemas.openxmlformats.org/drawingml/2006/main">
            <a:off x="11049000" y="6419850"/>
            <a:ext cx="742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a:solidFill>
                  <a:srgbClr val="555555"/>
                </a:solidFill>
              </a:defRPr>
            </a:pPr>
            <a:r>
              <a:rPr sz="1050" b="0">
                <a:solidFill>
                  <a:srgbClr val="555555"/>
                </a:solidFill>
              </a:rPr>
              <a:t>8/13</a:t>
            </a:r>
          </a:p>
        </p:txBody>
      </p:sp>
    </p:spTree>
    <p:extLst>
      <p:ext uri="{BB962C8B-B14F-4D97-AF65-F5344CB8AC3E}">
        <p14:creationId xmlns:p14="http://schemas.microsoft.com/office/powerpoint/2010/main" val="444376631"/>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73AF7302-16C1-4E3E-93A3-8C6D23AC215A}"/>
              </a:ext>
            </a:extLst>
          </p:cNvPr>
          <p:cNvSpPr>
            <a:spLocks xmlns:a="http://schemas.openxmlformats.org/drawingml/2006/main" noGrp="1"/>
          </p:cNvSpPr>
          <p:nvPr/>
        </p:nvSpPr>
        <p:spPr>
          <a:xfrm xmlns:a="http://schemas.openxmlformats.org/drawingml/2006/main">
            <a:off x="400050" y="419100"/>
            <a:ext cx="7810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925" b="1">
                <a:solidFill>
                  <a:srgbClr val="000000"/>
                </a:solidFill>
              </a:defRPr>
            </a:pPr>
            <a:r>
              <a:rPr sz="2925" b="1">
                <a:solidFill>
                  <a:srgbClr val="000000"/>
                </a:solidFill>
              </a:rPr>
              <a:t>历史素材需要保留提示词和节点定位</a:t>
            </a:r>
          </a:p>
        </p:txBody>
      </p:sp>
      <p:sp>
        <p:nvSpPr>
          <p:cNvPr id="2" name="">
            <a:extLst xmlns:a="http://schemas.openxmlformats.org/drawingml/2006/main">
              <a:ext uri="{FF2B5EF4-FFF2-40B4-BE49-F238E27FC236}">
                <a16:creationId xmlns:a16="http://schemas.microsoft.com/office/drawing/2014/main" id="{0D144EF1-CB23-4698-9CC9-980380EC5D1B}"/>
              </a:ext>
            </a:extLst>
          </p:cNvPr>
          <p:cNvSpPr>
            <a:spLocks xmlns:a="http://schemas.openxmlformats.org/drawingml/2006/main" noGrp="1"/>
          </p:cNvSpPr>
          <p:nvPr/>
        </p:nvSpPr>
        <p:spPr>
          <a:xfrm xmlns:a="http://schemas.openxmlformats.org/drawingml/2006/main">
            <a:off x="400050" y="1066800"/>
            <a:ext cx="1139190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3" name="">
            <a:extLst xmlns:a="http://schemas.openxmlformats.org/drawingml/2006/main">
              <a:ext uri="{FF2B5EF4-FFF2-40B4-BE49-F238E27FC236}">
                <a16:creationId xmlns:a16="http://schemas.microsoft.com/office/drawing/2014/main" id="{81CCF950-A1D7-44F2-8A4D-BEF0619C9565}"/>
              </a:ext>
            </a:extLst>
          </p:cNvPr>
          <p:cNvSpPr>
            <a:spLocks xmlns:a="http://schemas.openxmlformats.org/drawingml/2006/main" noGrp="1"/>
          </p:cNvSpPr>
          <p:nvPr/>
        </p:nvSpPr>
        <p:spPr>
          <a:xfrm xmlns:a="http://schemas.openxmlformats.org/drawingml/2006/main">
            <a:off x="400050" y="1333500"/>
            <a:ext cx="5619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75" b="1">
                <a:solidFill>
                  <a:srgbClr val="111111"/>
                </a:solidFill>
              </a:defRPr>
            </a:pPr>
            <a:r>
              <a:rPr sz="1875" b="1">
                <a:solidFill>
                  <a:srgbClr val="111111"/>
                </a:solidFill>
              </a:rPr>
              <a:t>节点只显示最新版，但历史版本不能丢。</a:t>
            </a:r>
          </a:p>
        </p:txBody>
      </p:sp>
      <p:sp>
        <p:nvSpPr>
          <p:cNvPr id="4" name="">
            <a:extLst xmlns:a="http://schemas.openxmlformats.org/drawingml/2006/main">
              <a:ext uri="{FF2B5EF4-FFF2-40B4-BE49-F238E27FC236}">
                <a16:creationId xmlns:a16="http://schemas.microsoft.com/office/drawing/2014/main" id="{6CC622B7-6FEB-40A1-9AED-C25EF19DF091}"/>
              </a:ext>
            </a:extLst>
          </p:cNvPr>
          <p:cNvSpPr>
            <a:spLocks xmlns:a="http://schemas.openxmlformats.org/drawingml/2006/main" noGrp="1"/>
          </p:cNvSpPr>
          <p:nvPr/>
        </p:nvSpPr>
        <p:spPr>
          <a:xfrm xmlns:a="http://schemas.openxmlformats.org/drawingml/2006/main">
            <a:off x="438150" y="2171700"/>
            <a:ext cx="5619750" cy="3143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725" b="0">
                <a:solidFill>
                  <a:srgbClr val="222222"/>
                </a:solidFill>
              </a:defRPr>
            </a:pPr>
            <a:r>
              <a:rPr sz="1725" b="0">
                <a:solidFill>
                  <a:srgbClr val="222222"/>
                </a:solidFill>
              </a:rPr>
              <a:t>• 可查看当时生成提示词。</a:t>
            </a:r>
          </a:p>
          <a:p xmlns:a="http://schemas.openxmlformats.org/drawingml/2006/main">
            <a:pPr>
              <a:defRPr sz="1725" b="0">
                <a:solidFill>
                  <a:srgbClr val="222222"/>
                </a:solidFill>
              </a:defRPr>
            </a:pPr>
            <a:r>
              <a:rPr sz="1725" b="0">
                <a:solidFill>
                  <a:srgbClr val="222222"/>
                </a:solidFill>
              </a:rPr>
              <a:t>• 可复制提示词复用。</a:t>
            </a:r>
          </a:p>
          <a:p xmlns:a="http://schemas.openxmlformats.org/drawingml/2006/main">
            <a:pPr>
              <a:defRPr sz="1725" b="0">
                <a:solidFill>
                  <a:srgbClr val="222222"/>
                </a:solidFill>
              </a:defRPr>
            </a:pPr>
            <a:r>
              <a:rPr sz="1725" b="0">
                <a:solidFill>
                  <a:srgbClr val="222222"/>
                </a:solidFill>
              </a:rPr>
              <a:t>• 可定位原节点或从历史创建新节点。</a:t>
            </a:r>
          </a:p>
        </p:txBody>
      </p:sp>
      <p:sp>
        <p:nvSpPr>
          <p:cNvPr id="5" name="">
            <a:extLst xmlns:a="http://schemas.openxmlformats.org/drawingml/2006/main">
              <a:ext uri="{FF2B5EF4-FFF2-40B4-BE49-F238E27FC236}">
                <a16:creationId xmlns:a16="http://schemas.microsoft.com/office/drawing/2014/main" id="{D6F070D8-6997-4D67-AB61-8A61C0A7221A}"/>
              </a:ext>
            </a:extLst>
          </p:cNvPr>
          <p:cNvSpPr>
            <a:spLocks xmlns:a="http://schemas.openxmlformats.org/drawingml/2006/main" noGrp="1"/>
          </p:cNvSpPr>
          <p:nvPr/>
        </p:nvSpPr>
        <p:spPr>
          <a:xfrm xmlns:a="http://schemas.openxmlformats.org/drawingml/2006/main">
            <a:off x="400050" y="5219700"/>
            <a:ext cx="5619750" cy="781050"/>
          </a:xfrm>
          <a:prstGeom xmlns:a="http://schemas.openxmlformats.org/drawingml/2006/main" prst="rect">
            <a:avLst/>
          </a:prstGeom>
          <a:solidFill xmlns:a="http://schemas.openxmlformats.org/drawingml/2006/main">
            <a:srgbClr val="FFF3ED"/>
          </a:solidFill>
          <a:ln xmlns:a="http://schemas.openxmlformats.org/drawingml/2006/main" w="9525">
            <a:solidFill>
              <a:srgbClr val="D8DADF"/>
            </a:solidFill>
            <a:prstDash val="solid"/>
          </a:ln>
        </p:spPr>
      </p:sp>
      <p:sp>
        <p:nvSpPr>
          <p:cNvPr id="6" name="">
            <a:extLst xmlns:a="http://schemas.openxmlformats.org/drawingml/2006/main">
              <a:ext uri="{FF2B5EF4-FFF2-40B4-BE49-F238E27FC236}">
                <a16:creationId xmlns:a16="http://schemas.microsoft.com/office/drawing/2014/main" id="{F006FEF0-7E49-4F25-BC7E-F1E9DE7FBAE3}"/>
              </a:ext>
            </a:extLst>
          </p:cNvPr>
          <p:cNvSpPr>
            <a:spLocks xmlns:a="http://schemas.openxmlformats.org/drawingml/2006/main" noGrp="1"/>
          </p:cNvSpPr>
          <p:nvPr/>
        </p:nvSpPr>
        <p:spPr>
          <a:xfrm xmlns:a="http://schemas.openxmlformats.org/drawingml/2006/main">
            <a:off x="590550" y="5410200"/>
            <a:ext cx="5238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b="1">
                <a:solidFill>
                  <a:srgbClr val="9A3412"/>
                </a:solidFill>
              </a:defRPr>
            </a:pPr>
            <a:r>
              <a:rPr sz="1575" b="1">
                <a:solidFill>
                  <a:srgbClr val="9A3412"/>
                </a:solidFill>
              </a:rPr>
              <a:t>历史资源是产品复用效率的重要功能。</a:t>
            </a:r>
          </a:p>
        </p:txBody>
      </p:sp>
      <p:sp>
        <p:nvSpPr>
          <p:cNvPr id="7" name="">
            <a:extLst xmlns:a="http://schemas.openxmlformats.org/drawingml/2006/main">
              <a:ext uri="{FF2B5EF4-FFF2-40B4-BE49-F238E27FC236}">
                <a16:creationId xmlns:a16="http://schemas.microsoft.com/office/drawing/2014/main" id="{9946970D-6546-4A5C-A9E0-0EB973A1D27A}"/>
              </a:ext>
            </a:extLst>
          </p:cNvPr>
          <p:cNvSpPr>
            <a:spLocks xmlns:a="http://schemas.openxmlformats.org/drawingml/2006/main" noGrp="1"/>
          </p:cNvSpPr>
          <p:nvPr/>
        </p:nvSpPr>
        <p:spPr>
          <a:xfrm xmlns:a="http://schemas.openxmlformats.org/drawingml/2006/main">
            <a:off x="6591300" y="1333500"/>
            <a:ext cx="5200650" cy="3276600"/>
          </a:xfrm>
          <a:prstGeom xmlns:a="http://schemas.openxmlformats.org/drawingml/2006/main" prst="rect">
            <a:avLst/>
          </a:prstGeom>
          <a:solidFill xmlns:a="http://schemas.openxmlformats.org/drawingml/2006/main">
            <a:srgbClr val="F3F4F6"/>
          </a:solidFill>
          <a:ln xmlns:a="http://schemas.openxmlformats.org/drawingml/2006/main" w="9525">
            <a:solidFill>
              <a:srgbClr val="D8DADF"/>
            </a:solidFill>
            <a:prstDash val="solid"/>
          </a:ln>
        </p:spPr>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0188a6cb20e541f1"/>
          <a:stretch xmlns:a="http://schemas.openxmlformats.org/drawingml/2006/main"/>
        </p:blipFill>
        <p:spPr>
          <a:xfrm xmlns:a="http://schemas.openxmlformats.org/drawingml/2006/main">
            <a:off x="6667500" y="1551980"/>
            <a:ext cx="5048250" cy="2839641"/>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CA117377-6C20-4178-ADE1-466D40159747}"/>
              </a:ext>
            </a:extLst>
          </p:cNvPr>
          <p:cNvSpPr>
            <a:spLocks xmlns:a="http://schemas.openxmlformats.org/drawingml/2006/main" noGrp="1"/>
          </p:cNvSpPr>
          <p:nvPr/>
        </p:nvSpPr>
        <p:spPr>
          <a:xfrm xmlns:a="http://schemas.openxmlformats.org/drawingml/2006/main">
            <a:off x="6610350" y="4800600"/>
            <a:ext cx="51625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0">
                <a:solidFill>
                  <a:srgbClr val="555555"/>
                </a:solidFill>
              </a:defRPr>
            </a:pPr>
            <a:r>
              <a:rPr sz="1200" b="0">
                <a:solidFill>
                  <a:srgbClr val="555555"/>
                </a:solidFill>
              </a:rPr>
              <a:t>我们也可以通过在画布空白区右键来创建这个节点,来呼出节点库创建,同时我们可以看到这个每个节点后面都有一个数字和字母的这个缩写,可以通过快捷键来操作,比如说我们创建一个文本节点按住数字1,就可以快速创建一个节点出来。</a:t>
            </a:r>
          </a:p>
        </p:txBody>
      </p:sp>
      <p:sp>
        <p:nvSpPr>
          <p:cNvPr id="10" name="">
            <a:extLst xmlns:a="http://schemas.openxmlformats.org/drawingml/2006/main">
              <a:ext uri="{FF2B5EF4-FFF2-40B4-BE49-F238E27FC236}">
                <a16:creationId xmlns:a16="http://schemas.microsoft.com/office/drawing/2014/main" id="{612838ED-6887-407F-A6DE-EE0512A96AE7}"/>
              </a:ext>
            </a:extLst>
          </p:cNvPr>
          <p:cNvSpPr>
            <a:spLocks xmlns:a="http://schemas.openxmlformats.org/drawingml/2006/main" noGrp="1"/>
          </p:cNvSpPr>
          <p:nvPr/>
        </p:nvSpPr>
        <p:spPr>
          <a:xfrm xmlns:a="http://schemas.openxmlformats.org/drawingml/2006/main">
            <a:off x="400050" y="6286500"/>
            <a:ext cx="1139190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11" name="">
            <a:extLst xmlns:a="http://schemas.openxmlformats.org/drawingml/2006/main">
              <a:ext uri="{FF2B5EF4-FFF2-40B4-BE49-F238E27FC236}">
                <a16:creationId xmlns:a16="http://schemas.microsoft.com/office/drawing/2014/main" id="{B64B29FE-E315-4DB9-A7F9-8EE1C6B5B2DD}"/>
              </a:ext>
            </a:extLst>
          </p:cNvPr>
          <p:cNvSpPr>
            <a:spLocks xmlns:a="http://schemas.openxmlformats.org/drawingml/2006/main" noGrp="1"/>
          </p:cNvSpPr>
          <p:nvPr/>
        </p:nvSpPr>
        <p:spPr>
          <a:xfrm xmlns:a="http://schemas.openxmlformats.org/drawingml/2006/main">
            <a:off x="400050" y="6419850"/>
            <a:ext cx="409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1">
                <a:solidFill>
                  <a:srgbClr val="555555"/>
                </a:solidFill>
              </a:defRPr>
            </a:pPr>
            <a:r>
              <a:rPr sz="1050" b="1">
                <a:solidFill>
                  <a:srgbClr val="555555"/>
                </a:solidFill>
              </a:rPr>
              <a:t>01 画布与节点库</a:t>
            </a:r>
          </a:p>
        </p:txBody>
      </p:sp>
      <p:sp>
        <p:nvSpPr>
          <p:cNvPr id="12" name="">
            <a:extLst xmlns:a="http://schemas.openxmlformats.org/drawingml/2006/main">
              <a:ext uri="{FF2B5EF4-FFF2-40B4-BE49-F238E27FC236}">
                <a16:creationId xmlns:a16="http://schemas.microsoft.com/office/drawing/2014/main" id="{E994F6C8-86D3-4480-95B9-3EFA8A5EC6FD}"/>
              </a:ext>
            </a:extLst>
          </p:cNvPr>
          <p:cNvSpPr>
            <a:spLocks xmlns:a="http://schemas.openxmlformats.org/drawingml/2006/main" noGrp="1"/>
          </p:cNvSpPr>
          <p:nvPr/>
        </p:nvSpPr>
        <p:spPr>
          <a:xfrm xmlns:a="http://schemas.openxmlformats.org/drawingml/2006/main">
            <a:off x="4667250" y="6419850"/>
            <a:ext cx="590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a:solidFill>
                  <a:srgbClr val="555555"/>
                </a:solidFill>
              </a:defRPr>
            </a:pPr>
            <a:r>
              <a:rPr sz="1050" b="0">
                <a:solidFill>
                  <a:srgbClr val="555555"/>
                </a:solidFill>
              </a:rPr>
              <a:t>证据：P0-3 画布工作区、节点介绍 00:03:10-00:03:34</a:t>
            </a:r>
          </a:p>
        </p:txBody>
      </p:sp>
      <p:sp>
        <p:nvSpPr>
          <p:cNvPr id="13" name="">
            <a:extLst xmlns:a="http://schemas.openxmlformats.org/drawingml/2006/main">
              <a:ext uri="{FF2B5EF4-FFF2-40B4-BE49-F238E27FC236}">
                <a16:creationId xmlns:a16="http://schemas.microsoft.com/office/drawing/2014/main" id="{822F938F-1E5A-4D64-BE85-B9900C35561E}"/>
              </a:ext>
            </a:extLst>
          </p:cNvPr>
          <p:cNvSpPr>
            <a:spLocks xmlns:a="http://schemas.openxmlformats.org/drawingml/2006/main" noGrp="1"/>
          </p:cNvSpPr>
          <p:nvPr/>
        </p:nvSpPr>
        <p:spPr>
          <a:xfrm xmlns:a="http://schemas.openxmlformats.org/drawingml/2006/main">
            <a:off x="11049000" y="6419850"/>
            <a:ext cx="742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a:solidFill>
                  <a:srgbClr val="555555"/>
                </a:solidFill>
              </a:defRPr>
            </a:pPr>
            <a:r>
              <a:rPr sz="1050" b="0">
                <a:solidFill>
                  <a:srgbClr val="555555"/>
                </a:solidFill>
              </a:rPr>
              <a:t>9/13</a:t>
            </a:r>
          </a:p>
        </p:txBody>
      </p:sp>
    </p:spTree>
    <p:extLst>
      <p:ext uri="{BB962C8B-B14F-4D97-AF65-F5344CB8AC3E}">
        <p14:creationId xmlns:p14="http://schemas.microsoft.com/office/powerpoint/2010/main" val="1869813105"/>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5D3EE493-FB20-4FAA-A647-709AD7912E7A}"/>
              </a:ext>
            </a:extLst>
          </p:cNvPr>
          <p:cNvSpPr>
            <a:spLocks xmlns:a="http://schemas.openxmlformats.org/drawingml/2006/main" noGrp="1"/>
          </p:cNvSpPr>
          <p:nvPr/>
        </p:nvSpPr>
        <p:spPr>
          <a:xfrm xmlns:a="http://schemas.openxmlformats.org/drawingml/2006/main">
            <a:off x="400050" y="419100"/>
            <a:ext cx="7810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925" b="1">
                <a:solidFill>
                  <a:srgbClr val="000000"/>
                </a:solidFill>
              </a:defRPr>
            </a:pPr>
            <a:r>
              <a:rPr sz="2925" b="1">
                <a:solidFill>
                  <a:srgbClr val="000000"/>
                </a:solidFill>
              </a:rPr>
              <a:t>主体库是人工维护的资产库</a:t>
            </a:r>
          </a:p>
        </p:txBody>
      </p:sp>
      <p:sp>
        <p:nvSpPr>
          <p:cNvPr id="2" name="">
            <a:extLst xmlns:a="http://schemas.openxmlformats.org/drawingml/2006/main">
              <a:ext uri="{FF2B5EF4-FFF2-40B4-BE49-F238E27FC236}">
                <a16:creationId xmlns:a16="http://schemas.microsoft.com/office/drawing/2014/main" id="{8B0EFC13-7837-4BCF-8FBC-64AA5CED9A70}"/>
              </a:ext>
            </a:extLst>
          </p:cNvPr>
          <p:cNvSpPr>
            <a:spLocks xmlns:a="http://schemas.openxmlformats.org/drawingml/2006/main" noGrp="1"/>
          </p:cNvSpPr>
          <p:nvPr/>
        </p:nvSpPr>
        <p:spPr>
          <a:xfrm xmlns:a="http://schemas.openxmlformats.org/drawingml/2006/main">
            <a:off x="400050" y="1066800"/>
            <a:ext cx="1139190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3" name="">
            <a:extLst xmlns:a="http://schemas.openxmlformats.org/drawingml/2006/main">
              <a:ext uri="{FF2B5EF4-FFF2-40B4-BE49-F238E27FC236}">
                <a16:creationId xmlns:a16="http://schemas.microsoft.com/office/drawing/2014/main" id="{66AFBD59-DC37-4226-A278-81236ADF5266}"/>
              </a:ext>
            </a:extLst>
          </p:cNvPr>
          <p:cNvSpPr>
            <a:spLocks xmlns:a="http://schemas.openxmlformats.org/drawingml/2006/main" noGrp="1"/>
          </p:cNvSpPr>
          <p:nvPr/>
        </p:nvSpPr>
        <p:spPr>
          <a:xfrm xmlns:a="http://schemas.openxmlformats.org/drawingml/2006/main">
            <a:off x="400050" y="1333500"/>
            <a:ext cx="5619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75" b="1">
                <a:solidFill>
                  <a:srgbClr val="111111"/>
                </a:solidFill>
              </a:defRPr>
            </a:pPr>
            <a:r>
              <a:rPr sz="1875" b="1">
                <a:solidFill>
                  <a:srgbClr val="111111"/>
                </a:solidFill>
              </a:rPr>
              <a:t>任何环节都不应无提示自动加入主体库。</a:t>
            </a:r>
          </a:p>
        </p:txBody>
      </p:sp>
      <p:sp>
        <p:nvSpPr>
          <p:cNvPr id="4" name="">
            <a:extLst xmlns:a="http://schemas.openxmlformats.org/drawingml/2006/main">
              <a:ext uri="{FF2B5EF4-FFF2-40B4-BE49-F238E27FC236}">
                <a16:creationId xmlns:a16="http://schemas.microsoft.com/office/drawing/2014/main" id="{A50B4010-C08D-4430-9439-569423F327EF}"/>
              </a:ext>
            </a:extLst>
          </p:cNvPr>
          <p:cNvSpPr>
            <a:spLocks xmlns:a="http://schemas.openxmlformats.org/drawingml/2006/main" noGrp="1"/>
          </p:cNvSpPr>
          <p:nvPr/>
        </p:nvSpPr>
        <p:spPr>
          <a:xfrm xmlns:a="http://schemas.openxmlformats.org/drawingml/2006/main">
            <a:off x="438150" y="2171700"/>
            <a:ext cx="5619750" cy="3143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725" b="0">
                <a:solidFill>
                  <a:srgbClr val="222222"/>
                </a:solidFill>
              </a:defRPr>
            </a:pPr>
            <a:r>
              <a:rPr sz="1725" b="0">
                <a:solidFill>
                  <a:srgbClr val="222222"/>
                </a:solidFill>
              </a:rPr>
              <a:t>• 用户手动把角色、场景、道具加入主体库。</a:t>
            </a:r>
          </a:p>
          <a:p xmlns:a="http://schemas.openxmlformats.org/drawingml/2006/main">
            <a:pPr>
              <a:defRPr sz="1725" b="0">
                <a:solidFill>
                  <a:srgbClr val="222222"/>
                </a:solidFill>
              </a:defRPr>
            </a:pPr>
            <a:r>
              <a:rPr sz="1725" b="0">
                <a:solidFill>
                  <a:srgbClr val="222222"/>
                </a:solidFill>
              </a:rPr>
              <a:t>• 命名要准确，不能有空格或特殊符号。</a:t>
            </a:r>
          </a:p>
          <a:p xmlns:a="http://schemas.openxmlformats.org/drawingml/2006/main">
            <a:pPr>
              <a:defRPr sz="1725" b="0">
                <a:solidFill>
                  <a:srgbClr val="222222"/>
                </a:solidFill>
              </a:defRPr>
            </a:pPr>
            <a:r>
              <a:rPr sz="1725" b="0">
                <a:solidFill>
                  <a:srgbClr val="222222"/>
                </a:solidFill>
              </a:rPr>
              <a:t>• 分类错误会影响后续功能。</a:t>
            </a:r>
          </a:p>
        </p:txBody>
      </p:sp>
      <p:sp>
        <p:nvSpPr>
          <p:cNvPr id="5" name="">
            <a:extLst xmlns:a="http://schemas.openxmlformats.org/drawingml/2006/main">
              <a:ext uri="{FF2B5EF4-FFF2-40B4-BE49-F238E27FC236}">
                <a16:creationId xmlns:a16="http://schemas.microsoft.com/office/drawing/2014/main" id="{C366F7B5-0DE9-44A2-8DCF-D1C2B731209E}"/>
              </a:ext>
            </a:extLst>
          </p:cNvPr>
          <p:cNvSpPr>
            <a:spLocks xmlns:a="http://schemas.openxmlformats.org/drawingml/2006/main" noGrp="1"/>
          </p:cNvSpPr>
          <p:nvPr/>
        </p:nvSpPr>
        <p:spPr>
          <a:xfrm xmlns:a="http://schemas.openxmlformats.org/drawingml/2006/main">
            <a:off x="400050" y="5219700"/>
            <a:ext cx="5619750" cy="781050"/>
          </a:xfrm>
          <a:prstGeom xmlns:a="http://schemas.openxmlformats.org/drawingml/2006/main" prst="rect">
            <a:avLst/>
          </a:prstGeom>
          <a:solidFill xmlns:a="http://schemas.openxmlformats.org/drawingml/2006/main">
            <a:srgbClr val="FFF3ED"/>
          </a:solidFill>
          <a:ln xmlns:a="http://schemas.openxmlformats.org/drawingml/2006/main" w="9525">
            <a:solidFill>
              <a:srgbClr val="D8DADF"/>
            </a:solidFill>
            <a:prstDash val="solid"/>
          </a:ln>
        </p:spPr>
      </p:sp>
      <p:sp>
        <p:nvSpPr>
          <p:cNvPr id="6" name="">
            <a:extLst xmlns:a="http://schemas.openxmlformats.org/drawingml/2006/main">
              <a:ext uri="{FF2B5EF4-FFF2-40B4-BE49-F238E27FC236}">
                <a16:creationId xmlns:a16="http://schemas.microsoft.com/office/drawing/2014/main" id="{065C59BA-EC33-4425-B32B-392B4B0234C0}"/>
              </a:ext>
            </a:extLst>
          </p:cNvPr>
          <p:cNvSpPr>
            <a:spLocks xmlns:a="http://schemas.openxmlformats.org/drawingml/2006/main" noGrp="1"/>
          </p:cNvSpPr>
          <p:nvPr/>
        </p:nvSpPr>
        <p:spPr>
          <a:xfrm xmlns:a="http://schemas.openxmlformats.org/drawingml/2006/main">
            <a:off x="590550" y="5410200"/>
            <a:ext cx="5238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b="1">
                <a:solidFill>
                  <a:srgbClr val="9A3412"/>
                </a:solidFill>
              </a:defRPr>
            </a:pPr>
            <a:r>
              <a:rPr sz="1575" b="1">
                <a:solidFill>
                  <a:srgbClr val="9A3412"/>
                </a:solidFill>
              </a:rPr>
              <a:t>入库前要做名称和分类校验。</a:t>
            </a:r>
          </a:p>
        </p:txBody>
      </p:sp>
      <p:sp>
        <p:nvSpPr>
          <p:cNvPr id="7" name="">
            <a:extLst xmlns:a="http://schemas.openxmlformats.org/drawingml/2006/main">
              <a:ext uri="{FF2B5EF4-FFF2-40B4-BE49-F238E27FC236}">
                <a16:creationId xmlns:a16="http://schemas.microsoft.com/office/drawing/2014/main" id="{9A0AF571-6EDF-4E08-8139-CBA28D56F05F}"/>
              </a:ext>
            </a:extLst>
          </p:cNvPr>
          <p:cNvSpPr>
            <a:spLocks xmlns:a="http://schemas.openxmlformats.org/drawingml/2006/main" noGrp="1"/>
          </p:cNvSpPr>
          <p:nvPr/>
        </p:nvSpPr>
        <p:spPr>
          <a:xfrm xmlns:a="http://schemas.openxmlformats.org/drawingml/2006/main">
            <a:off x="6591300" y="1333500"/>
            <a:ext cx="5200650" cy="3276600"/>
          </a:xfrm>
          <a:prstGeom xmlns:a="http://schemas.openxmlformats.org/drawingml/2006/main" prst="rect">
            <a:avLst/>
          </a:prstGeom>
          <a:solidFill xmlns:a="http://schemas.openxmlformats.org/drawingml/2006/main">
            <a:srgbClr val="F3F4F6"/>
          </a:solidFill>
          <a:ln xmlns:a="http://schemas.openxmlformats.org/drawingml/2006/main" w="9525">
            <a:solidFill>
              <a:srgbClr val="D8DADF"/>
            </a:solidFill>
            <a:prstDash val="solid"/>
          </a:ln>
        </p:spPr>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61b1ec62d746449f"/>
          <a:stretch xmlns:a="http://schemas.openxmlformats.org/drawingml/2006/main"/>
        </p:blipFill>
        <p:spPr>
          <a:xfrm xmlns:a="http://schemas.openxmlformats.org/drawingml/2006/main">
            <a:off x="6667500" y="1551980"/>
            <a:ext cx="5048250" cy="2839641"/>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33DF89D4-EABD-4320-A0F0-100B2077206C}"/>
              </a:ext>
            </a:extLst>
          </p:cNvPr>
          <p:cNvSpPr>
            <a:spLocks xmlns:a="http://schemas.openxmlformats.org/drawingml/2006/main" noGrp="1"/>
          </p:cNvSpPr>
          <p:nvPr/>
        </p:nvSpPr>
        <p:spPr>
          <a:xfrm xmlns:a="http://schemas.openxmlformats.org/drawingml/2006/main">
            <a:off x="6610350" y="4800600"/>
            <a:ext cx="51625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0">
                <a:solidFill>
                  <a:srgbClr val="555555"/>
                </a:solidFill>
              </a:defRPr>
            </a:pPr>
            <a:r>
              <a:rPr sz="1200" b="0">
                <a:solidFill>
                  <a:srgbClr val="555555"/>
                </a:solidFill>
              </a:rPr>
              <a:t>那如果我想自己创建一个风格的话,点击立即创建,它在画布中会创建一个风格节点,我们可以把我们想要的风格以提示提示词的方式输入给它,也可以把我们想要参考的风格把图片导入进来,连接到节点上,反推这个风格。</a:t>
            </a:r>
          </a:p>
        </p:txBody>
      </p:sp>
      <p:sp>
        <p:nvSpPr>
          <p:cNvPr id="10" name="">
            <a:extLst xmlns:a="http://schemas.openxmlformats.org/drawingml/2006/main">
              <a:ext uri="{FF2B5EF4-FFF2-40B4-BE49-F238E27FC236}">
                <a16:creationId xmlns:a16="http://schemas.microsoft.com/office/drawing/2014/main" id="{07E70FA3-A51A-4147-B468-ADD3EE4C1C8F}"/>
              </a:ext>
            </a:extLst>
          </p:cNvPr>
          <p:cNvSpPr>
            <a:spLocks xmlns:a="http://schemas.openxmlformats.org/drawingml/2006/main" noGrp="1"/>
          </p:cNvSpPr>
          <p:nvPr/>
        </p:nvSpPr>
        <p:spPr>
          <a:xfrm xmlns:a="http://schemas.openxmlformats.org/drawingml/2006/main">
            <a:off x="400050" y="6286500"/>
            <a:ext cx="1139190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11" name="">
            <a:extLst xmlns:a="http://schemas.openxmlformats.org/drawingml/2006/main">
              <a:ext uri="{FF2B5EF4-FFF2-40B4-BE49-F238E27FC236}">
                <a16:creationId xmlns:a16="http://schemas.microsoft.com/office/drawing/2014/main" id="{C8B87B01-9A72-4651-BA2C-5593052CD4E4}"/>
              </a:ext>
            </a:extLst>
          </p:cNvPr>
          <p:cNvSpPr>
            <a:spLocks xmlns:a="http://schemas.openxmlformats.org/drawingml/2006/main" noGrp="1"/>
          </p:cNvSpPr>
          <p:nvPr/>
        </p:nvSpPr>
        <p:spPr>
          <a:xfrm xmlns:a="http://schemas.openxmlformats.org/drawingml/2006/main">
            <a:off x="400050" y="6419850"/>
            <a:ext cx="409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1">
                <a:solidFill>
                  <a:srgbClr val="555555"/>
                </a:solidFill>
              </a:defRPr>
            </a:pPr>
            <a:r>
              <a:rPr sz="1050" b="1">
                <a:solidFill>
                  <a:srgbClr val="555555"/>
                </a:solidFill>
              </a:rPr>
              <a:t>01 画布与节点库</a:t>
            </a:r>
          </a:p>
        </p:txBody>
      </p:sp>
      <p:sp>
        <p:nvSpPr>
          <p:cNvPr id="12" name="">
            <a:extLst xmlns:a="http://schemas.openxmlformats.org/drawingml/2006/main">
              <a:ext uri="{FF2B5EF4-FFF2-40B4-BE49-F238E27FC236}">
                <a16:creationId xmlns:a16="http://schemas.microsoft.com/office/drawing/2014/main" id="{443DDCE0-6F07-4AD0-A93D-E61A35E56879}"/>
              </a:ext>
            </a:extLst>
          </p:cNvPr>
          <p:cNvSpPr>
            <a:spLocks xmlns:a="http://schemas.openxmlformats.org/drawingml/2006/main" noGrp="1"/>
          </p:cNvSpPr>
          <p:nvPr/>
        </p:nvSpPr>
        <p:spPr>
          <a:xfrm xmlns:a="http://schemas.openxmlformats.org/drawingml/2006/main">
            <a:off x="4667250" y="6419850"/>
            <a:ext cx="590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a:solidFill>
                  <a:srgbClr val="555555"/>
                </a:solidFill>
              </a:defRPr>
            </a:pPr>
            <a:r>
              <a:rPr sz="1050" b="0">
                <a:solidFill>
                  <a:srgbClr val="555555"/>
                </a:solidFill>
              </a:rPr>
              <a:t>证据：P0-3 画布工作区、节点介绍 00:03:57-00:04:22</a:t>
            </a:r>
          </a:p>
        </p:txBody>
      </p:sp>
      <p:sp>
        <p:nvSpPr>
          <p:cNvPr id="13" name="">
            <a:extLst xmlns:a="http://schemas.openxmlformats.org/drawingml/2006/main">
              <a:ext uri="{FF2B5EF4-FFF2-40B4-BE49-F238E27FC236}">
                <a16:creationId xmlns:a16="http://schemas.microsoft.com/office/drawing/2014/main" id="{581CD838-F5D9-4122-A64E-C49582C1669F}"/>
              </a:ext>
            </a:extLst>
          </p:cNvPr>
          <p:cNvSpPr>
            <a:spLocks xmlns:a="http://schemas.openxmlformats.org/drawingml/2006/main" noGrp="1"/>
          </p:cNvSpPr>
          <p:nvPr/>
        </p:nvSpPr>
        <p:spPr>
          <a:xfrm xmlns:a="http://schemas.openxmlformats.org/drawingml/2006/main">
            <a:off x="11049000" y="6419850"/>
            <a:ext cx="742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a:solidFill>
                  <a:srgbClr val="555555"/>
                </a:solidFill>
              </a:defRPr>
            </a:pPr>
            <a:r>
              <a:rPr sz="1050" b="0">
                <a:solidFill>
                  <a:srgbClr val="555555"/>
                </a:solidFill>
              </a:rPr>
              <a:t>10/13</a:t>
            </a:r>
          </a:p>
        </p:txBody>
      </p:sp>
    </p:spTree>
    <p:extLst>
      <p:ext uri="{BB962C8B-B14F-4D97-AF65-F5344CB8AC3E}">
        <p14:creationId xmlns:p14="http://schemas.microsoft.com/office/powerpoint/2010/main" val="221787888"/>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C92ACDE6-75A7-4B2E-B7FA-1FCB37348678}"/>
              </a:ext>
            </a:extLst>
          </p:cNvPr>
          <p:cNvSpPr>
            <a:spLocks xmlns:a="http://schemas.openxmlformats.org/drawingml/2006/main" noGrp="1"/>
          </p:cNvSpPr>
          <p:nvPr/>
        </p:nvSpPr>
        <p:spPr>
          <a:xfrm xmlns:a="http://schemas.openxmlformats.org/drawingml/2006/main">
            <a:off x="400050" y="419100"/>
            <a:ext cx="7810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925" b="1">
                <a:solidFill>
                  <a:srgbClr val="000000"/>
                </a:solidFill>
              </a:defRPr>
            </a:pPr>
            <a:r>
              <a:rPr sz="2925" b="1">
                <a:solidFill>
                  <a:srgbClr val="000000"/>
                </a:solidFill>
              </a:rPr>
              <a:t>个人项目协作需要申请和批准</a:t>
            </a:r>
          </a:p>
        </p:txBody>
      </p:sp>
      <p:sp>
        <p:nvSpPr>
          <p:cNvPr id="2" name="">
            <a:extLst xmlns:a="http://schemas.openxmlformats.org/drawingml/2006/main">
              <a:ext uri="{FF2B5EF4-FFF2-40B4-BE49-F238E27FC236}">
                <a16:creationId xmlns:a16="http://schemas.microsoft.com/office/drawing/2014/main" id="{68ED12F6-F383-48C0-B34F-35BA674C321F}"/>
              </a:ext>
            </a:extLst>
          </p:cNvPr>
          <p:cNvSpPr>
            <a:spLocks xmlns:a="http://schemas.openxmlformats.org/drawingml/2006/main" noGrp="1"/>
          </p:cNvSpPr>
          <p:nvPr/>
        </p:nvSpPr>
        <p:spPr>
          <a:xfrm xmlns:a="http://schemas.openxmlformats.org/drawingml/2006/main">
            <a:off x="400050" y="1066800"/>
            <a:ext cx="1139190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3" name="">
            <a:extLst xmlns:a="http://schemas.openxmlformats.org/drawingml/2006/main">
              <a:ext uri="{FF2B5EF4-FFF2-40B4-BE49-F238E27FC236}">
                <a16:creationId xmlns:a16="http://schemas.microsoft.com/office/drawing/2014/main" id="{F097561D-ADA2-4823-B787-FBE1CF8BAFED}"/>
              </a:ext>
            </a:extLst>
          </p:cNvPr>
          <p:cNvSpPr>
            <a:spLocks xmlns:a="http://schemas.openxmlformats.org/drawingml/2006/main" noGrp="1"/>
          </p:cNvSpPr>
          <p:nvPr/>
        </p:nvSpPr>
        <p:spPr>
          <a:xfrm xmlns:a="http://schemas.openxmlformats.org/drawingml/2006/main">
            <a:off x="400050" y="1333500"/>
            <a:ext cx="5619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75" b="1">
                <a:solidFill>
                  <a:srgbClr val="111111"/>
                </a:solidFill>
              </a:defRPr>
            </a:pPr>
            <a:r>
              <a:rPr sz="1875" b="1">
                <a:solidFill>
                  <a:srgbClr val="111111"/>
                </a:solidFill>
              </a:rPr>
              <a:t>分享链接不是直接编辑权限。</a:t>
            </a:r>
          </a:p>
        </p:txBody>
      </p:sp>
      <p:sp>
        <p:nvSpPr>
          <p:cNvPr id="4" name="">
            <a:extLst xmlns:a="http://schemas.openxmlformats.org/drawingml/2006/main">
              <a:ext uri="{FF2B5EF4-FFF2-40B4-BE49-F238E27FC236}">
                <a16:creationId xmlns:a16="http://schemas.microsoft.com/office/drawing/2014/main" id="{6868B25E-E7D0-4BC6-B3F9-F9996DCB0B57}"/>
              </a:ext>
            </a:extLst>
          </p:cNvPr>
          <p:cNvSpPr>
            <a:spLocks xmlns:a="http://schemas.openxmlformats.org/drawingml/2006/main" noGrp="1"/>
          </p:cNvSpPr>
          <p:nvPr/>
        </p:nvSpPr>
        <p:spPr>
          <a:xfrm xmlns:a="http://schemas.openxmlformats.org/drawingml/2006/main">
            <a:off x="438150" y="2171700"/>
            <a:ext cx="5619750" cy="3143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725" b="0">
                <a:solidFill>
                  <a:srgbClr val="222222"/>
                </a:solidFill>
              </a:defRPr>
            </a:pPr>
            <a:r>
              <a:rPr sz="1725" b="0">
                <a:solidFill>
                  <a:srgbClr val="222222"/>
                </a:solidFill>
              </a:rPr>
              <a:t>• 接收者打开链接后发起申请。</a:t>
            </a:r>
          </a:p>
          <a:p xmlns:a="http://schemas.openxmlformats.org/drawingml/2006/main">
            <a:pPr>
              <a:defRPr sz="1725" b="0">
                <a:solidFill>
                  <a:srgbClr val="222222"/>
                </a:solidFill>
              </a:defRPr>
            </a:pPr>
            <a:r>
              <a:rPr sz="1725" b="0">
                <a:solidFill>
                  <a:srgbClr val="222222"/>
                </a:solidFill>
              </a:rPr>
              <a:t>• 所有者到协作管理批准。</a:t>
            </a:r>
          </a:p>
          <a:p xmlns:a="http://schemas.openxmlformats.org/drawingml/2006/main">
            <a:pPr>
              <a:defRPr sz="1725" b="0">
                <a:solidFill>
                  <a:srgbClr val="222222"/>
                </a:solidFill>
              </a:defRPr>
            </a:pPr>
            <a:r>
              <a:rPr sz="1725" b="0">
                <a:solidFill>
                  <a:srgbClr val="222222"/>
                </a:solidFill>
              </a:rPr>
              <a:t>• 画布锁定后其他协作者只能查看或复制。</a:t>
            </a:r>
          </a:p>
        </p:txBody>
      </p:sp>
      <p:sp>
        <p:nvSpPr>
          <p:cNvPr id="5" name="">
            <a:extLst xmlns:a="http://schemas.openxmlformats.org/drawingml/2006/main">
              <a:ext uri="{FF2B5EF4-FFF2-40B4-BE49-F238E27FC236}">
                <a16:creationId xmlns:a16="http://schemas.microsoft.com/office/drawing/2014/main" id="{929A0ED6-14EC-4764-8A62-5EFC051466AC}"/>
              </a:ext>
            </a:extLst>
          </p:cNvPr>
          <p:cNvSpPr>
            <a:spLocks xmlns:a="http://schemas.openxmlformats.org/drawingml/2006/main" noGrp="1"/>
          </p:cNvSpPr>
          <p:nvPr/>
        </p:nvSpPr>
        <p:spPr>
          <a:xfrm xmlns:a="http://schemas.openxmlformats.org/drawingml/2006/main">
            <a:off x="400050" y="5219700"/>
            <a:ext cx="5619750" cy="781050"/>
          </a:xfrm>
          <a:prstGeom xmlns:a="http://schemas.openxmlformats.org/drawingml/2006/main" prst="rect">
            <a:avLst/>
          </a:prstGeom>
          <a:solidFill xmlns:a="http://schemas.openxmlformats.org/drawingml/2006/main">
            <a:srgbClr val="FFF3ED"/>
          </a:solidFill>
          <a:ln xmlns:a="http://schemas.openxmlformats.org/drawingml/2006/main" w="9525">
            <a:solidFill>
              <a:srgbClr val="D8DADF"/>
            </a:solidFill>
            <a:prstDash val="solid"/>
          </a:ln>
        </p:spPr>
      </p:sp>
      <p:sp>
        <p:nvSpPr>
          <p:cNvPr id="6" name="">
            <a:extLst xmlns:a="http://schemas.openxmlformats.org/drawingml/2006/main">
              <a:ext uri="{FF2B5EF4-FFF2-40B4-BE49-F238E27FC236}">
                <a16:creationId xmlns:a16="http://schemas.microsoft.com/office/drawing/2014/main" id="{61EA110A-4BA6-4447-BAA6-AB7D457A0C58}"/>
              </a:ext>
            </a:extLst>
          </p:cNvPr>
          <p:cNvSpPr>
            <a:spLocks xmlns:a="http://schemas.openxmlformats.org/drawingml/2006/main" noGrp="1"/>
          </p:cNvSpPr>
          <p:nvPr/>
        </p:nvSpPr>
        <p:spPr>
          <a:xfrm xmlns:a="http://schemas.openxmlformats.org/drawingml/2006/main">
            <a:off x="590550" y="5410200"/>
            <a:ext cx="5238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b="1">
                <a:solidFill>
                  <a:srgbClr val="9A3412"/>
                </a:solidFill>
              </a:defRPr>
            </a:pPr>
            <a:r>
              <a:rPr sz="1575" b="1">
                <a:solidFill>
                  <a:srgbClr val="9A3412"/>
                </a:solidFill>
              </a:rPr>
              <a:t>协作锁需要和节点编辑、保存接口同时校验。</a:t>
            </a:r>
          </a:p>
        </p:txBody>
      </p:sp>
      <p:sp>
        <p:nvSpPr>
          <p:cNvPr id="7" name="">
            <a:extLst xmlns:a="http://schemas.openxmlformats.org/drawingml/2006/main">
              <a:ext uri="{FF2B5EF4-FFF2-40B4-BE49-F238E27FC236}">
                <a16:creationId xmlns:a16="http://schemas.microsoft.com/office/drawing/2014/main" id="{6A21D106-9E3F-433B-BFFA-0594E02FD21F}"/>
              </a:ext>
            </a:extLst>
          </p:cNvPr>
          <p:cNvSpPr>
            <a:spLocks xmlns:a="http://schemas.openxmlformats.org/drawingml/2006/main" noGrp="1"/>
          </p:cNvSpPr>
          <p:nvPr/>
        </p:nvSpPr>
        <p:spPr>
          <a:xfrm xmlns:a="http://schemas.openxmlformats.org/drawingml/2006/main">
            <a:off x="6591300" y="1333500"/>
            <a:ext cx="5200650" cy="3276600"/>
          </a:xfrm>
          <a:prstGeom xmlns:a="http://schemas.openxmlformats.org/drawingml/2006/main" prst="rect">
            <a:avLst/>
          </a:prstGeom>
          <a:solidFill xmlns:a="http://schemas.openxmlformats.org/drawingml/2006/main">
            <a:srgbClr val="F3F4F6"/>
          </a:solidFill>
          <a:ln xmlns:a="http://schemas.openxmlformats.org/drawingml/2006/main" w="9525">
            <a:solidFill>
              <a:srgbClr val="D8DADF"/>
            </a:solidFill>
            <a:prstDash val="solid"/>
          </a:ln>
        </p:spPr>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c392a116b31c48bc"/>
          <a:stretch xmlns:a="http://schemas.openxmlformats.org/drawingml/2006/main"/>
        </p:blipFill>
        <p:spPr>
          <a:xfrm xmlns:a="http://schemas.openxmlformats.org/drawingml/2006/main">
            <a:off x="6667500" y="1551980"/>
            <a:ext cx="5048250" cy="2839641"/>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179D6A86-B8D6-4ABE-AF3C-61D72DD82CF2}"/>
              </a:ext>
            </a:extLst>
          </p:cNvPr>
          <p:cNvSpPr>
            <a:spLocks xmlns:a="http://schemas.openxmlformats.org/drawingml/2006/main" noGrp="1"/>
          </p:cNvSpPr>
          <p:nvPr/>
        </p:nvSpPr>
        <p:spPr>
          <a:xfrm xmlns:a="http://schemas.openxmlformats.org/drawingml/2006/main">
            <a:off x="6610350" y="4800600"/>
            <a:ext cx="51625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0">
                <a:solidFill>
                  <a:srgbClr val="555555"/>
                </a:solidFill>
              </a:defRPr>
            </a:pPr>
            <a:r>
              <a:rPr sz="1200" b="0">
                <a:solidFill>
                  <a:srgbClr val="555555"/>
                </a:solidFill>
              </a:rPr>
              <a:t>继续看这下方的区域,在这个位,位置有一个四个方块,点开可以看到是我们的素材管理器的界面,这个界面会展示我们这个画布当中所有的图片视频素材,也可以切换查看其他画布,也可以全屏查看,这里面也可以通过滑块来控制素色图大小。</a:t>
            </a:r>
          </a:p>
        </p:txBody>
      </p:sp>
      <p:sp>
        <p:nvSpPr>
          <p:cNvPr id="10" name="">
            <a:extLst xmlns:a="http://schemas.openxmlformats.org/drawingml/2006/main">
              <a:ext uri="{FF2B5EF4-FFF2-40B4-BE49-F238E27FC236}">
                <a16:creationId xmlns:a16="http://schemas.microsoft.com/office/drawing/2014/main" id="{0DB58A11-457B-4ED9-87D5-B2BCEE71A7DE}"/>
              </a:ext>
            </a:extLst>
          </p:cNvPr>
          <p:cNvSpPr>
            <a:spLocks xmlns:a="http://schemas.openxmlformats.org/drawingml/2006/main" noGrp="1"/>
          </p:cNvSpPr>
          <p:nvPr/>
        </p:nvSpPr>
        <p:spPr>
          <a:xfrm xmlns:a="http://schemas.openxmlformats.org/drawingml/2006/main">
            <a:off x="400050" y="6286500"/>
            <a:ext cx="1139190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11" name="">
            <a:extLst xmlns:a="http://schemas.openxmlformats.org/drawingml/2006/main">
              <a:ext uri="{FF2B5EF4-FFF2-40B4-BE49-F238E27FC236}">
                <a16:creationId xmlns:a16="http://schemas.microsoft.com/office/drawing/2014/main" id="{6F551C33-6BA7-4F11-86B5-8AE086F7DF5B}"/>
              </a:ext>
            </a:extLst>
          </p:cNvPr>
          <p:cNvSpPr>
            <a:spLocks xmlns:a="http://schemas.openxmlformats.org/drawingml/2006/main" noGrp="1"/>
          </p:cNvSpPr>
          <p:nvPr/>
        </p:nvSpPr>
        <p:spPr>
          <a:xfrm xmlns:a="http://schemas.openxmlformats.org/drawingml/2006/main">
            <a:off x="400050" y="6419850"/>
            <a:ext cx="409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1">
                <a:solidFill>
                  <a:srgbClr val="555555"/>
                </a:solidFill>
              </a:defRPr>
            </a:pPr>
            <a:r>
              <a:rPr sz="1050" b="1">
                <a:solidFill>
                  <a:srgbClr val="555555"/>
                </a:solidFill>
              </a:rPr>
              <a:t>01 画布与节点库</a:t>
            </a:r>
          </a:p>
        </p:txBody>
      </p:sp>
      <p:sp>
        <p:nvSpPr>
          <p:cNvPr id="12" name="">
            <a:extLst xmlns:a="http://schemas.openxmlformats.org/drawingml/2006/main">
              <a:ext uri="{FF2B5EF4-FFF2-40B4-BE49-F238E27FC236}">
                <a16:creationId xmlns:a16="http://schemas.microsoft.com/office/drawing/2014/main" id="{6C35CE09-FE5E-4502-8BBA-15283A62AD19}"/>
              </a:ext>
            </a:extLst>
          </p:cNvPr>
          <p:cNvSpPr>
            <a:spLocks xmlns:a="http://schemas.openxmlformats.org/drawingml/2006/main" noGrp="1"/>
          </p:cNvSpPr>
          <p:nvPr/>
        </p:nvSpPr>
        <p:spPr>
          <a:xfrm xmlns:a="http://schemas.openxmlformats.org/drawingml/2006/main">
            <a:off x="4667250" y="6419850"/>
            <a:ext cx="590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a:solidFill>
                  <a:srgbClr val="555555"/>
                </a:solidFill>
              </a:defRPr>
            </a:pPr>
            <a:r>
              <a:rPr sz="1050" b="0">
                <a:solidFill>
                  <a:srgbClr val="555555"/>
                </a:solidFill>
              </a:rPr>
              <a:t>证据：P0-3 画布工作区、节点介绍 00:04:22-00:04:41</a:t>
            </a:r>
          </a:p>
        </p:txBody>
      </p:sp>
      <p:sp>
        <p:nvSpPr>
          <p:cNvPr id="13" name="">
            <a:extLst xmlns:a="http://schemas.openxmlformats.org/drawingml/2006/main">
              <a:ext uri="{FF2B5EF4-FFF2-40B4-BE49-F238E27FC236}">
                <a16:creationId xmlns:a16="http://schemas.microsoft.com/office/drawing/2014/main" id="{0507CE8D-E05E-44EF-A3FE-8F507C512D77}"/>
              </a:ext>
            </a:extLst>
          </p:cNvPr>
          <p:cNvSpPr>
            <a:spLocks xmlns:a="http://schemas.openxmlformats.org/drawingml/2006/main" noGrp="1"/>
          </p:cNvSpPr>
          <p:nvPr/>
        </p:nvSpPr>
        <p:spPr>
          <a:xfrm xmlns:a="http://schemas.openxmlformats.org/drawingml/2006/main">
            <a:off x="11049000" y="6419850"/>
            <a:ext cx="742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a:solidFill>
                  <a:srgbClr val="555555"/>
                </a:solidFill>
              </a:defRPr>
            </a:pPr>
            <a:r>
              <a:rPr sz="1050" b="0">
                <a:solidFill>
                  <a:srgbClr val="555555"/>
                </a:solidFill>
              </a:rPr>
              <a:t>11/13</a:t>
            </a:r>
          </a:p>
        </p:txBody>
      </p:sp>
    </p:spTree>
    <p:extLst>
      <p:ext uri="{BB962C8B-B14F-4D97-AF65-F5344CB8AC3E}">
        <p14:creationId xmlns:p14="http://schemas.microsoft.com/office/powerpoint/2010/main" val="640672136"/>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621DCC35-3817-4CC6-9E4F-DDC589DDFE4C}"/>
              </a:ext>
            </a:extLst>
          </p:cNvPr>
          <p:cNvSpPr>
            <a:spLocks xmlns:a="http://schemas.openxmlformats.org/drawingml/2006/main" noGrp="1"/>
          </p:cNvSpPr>
          <p:nvPr/>
        </p:nvSpPr>
        <p:spPr>
          <a:xfrm xmlns:a="http://schemas.openxmlformats.org/drawingml/2006/main">
            <a:off x="400050" y="419100"/>
            <a:ext cx="7810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925" b="1">
                <a:solidFill>
                  <a:srgbClr val="000000"/>
                </a:solidFill>
              </a:defRPr>
            </a:pPr>
            <a:r>
              <a:rPr sz="2925" b="1">
                <a:solidFill>
                  <a:srgbClr val="000000"/>
                </a:solidFill>
              </a:rPr>
              <a:t>自由式画布把节点当作素材编排系统</a:t>
            </a:r>
          </a:p>
        </p:txBody>
      </p:sp>
      <p:sp>
        <p:nvSpPr>
          <p:cNvPr id="2" name="">
            <a:extLst xmlns:a="http://schemas.openxmlformats.org/drawingml/2006/main">
              <a:ext uri="{FF2B5EF4-FFF2-40B4-BE49-F238E27FC236}">
                <a16:creationId xmlns:a16="http://schemas.microsoft.com/office/drawing/2014/main" id="{A9D08E94-DCA7-41CA-8F3C-16BF4E766EDF}"/>
              </a:ext>
            </a:extLst>
          </p:cNvPr>
          <p:cNvSpPr>
            <a:spLocks xmlns:a="http://schemas.openxmlformats.org/drawingml/2006/main" noGrp="1"/>
          </p:cNvSpPr>
          <p:nvPr/>
        </p:nvSpPr>
        <p:spPr>
          <a:xfrm xmlns:a="http://schemas.openxmlformats.org/drawingml/2006/main">
            <a:off x="400050" y="1066800"/>
            <a:ext cx="1139190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3" name="">
            <a:extLst xmlns:a="http://schemas.openxmlformats.org/drawingml/2006/main">
              <a:ext uri="{FF2B5EF4-FFF2-40B4-BE49-F238E27FC236}">
                <a16:creationId xmlns:a16="http://schemas.microsoft.com/office/drawing/2014/main" id="{DF2879FB-12D1-4870-8C28-5194D2651FD7}"/>
              </a:ext>
            </a:extLst>
          </p:cNvPr>
          <p:cNvSpPr>
            <a:spLocks xmlns:a="http://schemas.openxmlformats.org/drawingml/2006/main" noGrp="1"/>
          </p:cNvSpPr>
          <p:nvPr/>
        </p:nvSpPr>
        <p:spPr>
          <a:xfrm xmlns:a="http://schemas.openxmlformats.org/drawingml/2006/main">
            <a:off x="400050" y="1333500"/>
            <a:ext cx="5619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75" b="1">
                <a:solidFill>
                  <a:srgbClr val="111111"/>
                </a:solidFill>
              </a:defRPr>
            </a:pPr>
            <a:r>
              <a:rPr sz="1875" b="1">
                <a:solidFill>
                  <a:srgbClr val="111111"/>
                </a:solidFill>
              </a:rPr>
              <a:t>熟练用户会按视频生成目标组织素材。</a:t>
            </a:r>
          </a:p>
        </p:txBody>
      </p:sp>
      <p:sp>
        <p:nvSpPr>
          <p:cNvPr id="4" name="">
            <a:extLst xmlns:a="http://schemas.openxmlformats.org/drawingml/2006/main">
              <a:ext uri="{FF2B5EF4-FFF2-40B4-BE49-F238E27FC236}">
                <a16:creationId xmlns:a16="http://schemas.microsoft.com/office/drawing/2014/main" id="{AD77DC35-77D9-4E7A-9719-DE0225AA690A}"/>
              </a:ext>
            </a:extLst>
          </p:cNvPr>
          <p:cNvSpPr>
            <a:spLocks xmlns:a="http://schemas.openxmlformats.org/drawingml/2006/main" noGrp="1"/>
          </p:cNvSpPr>
          <p:nvPr/>
        </p:nvSpPr>
        <p:spPr>
          <a:xfrm xmlns:a="http://schemas.openxmlformats.org/drawingml/2006/main">
            <a:off x="438150" y="2171700"/>
            <a:ext cx="5619750" cy="3143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725" b="0">
                <a:solidFill>
                  <a:srgbClr val="222222"/>
                </a:solidFill>
              </a:defRPr>
            </a:pPr>
            <a:r>
              <a:rPr sz="1725" b="0">
                <a:solidFill>
                  <a:srgbClr val="222222"/>
                </a:solidFill>
              </a:rPr>
              <a:t>• 复制剧本、主体引用和关键参考图。</a:t>
            </a:r>
          </a:p>
          <a:p xmlns:a="http://schemas.openxmlformats.org/drawingml/2006/main">
            <a:pPr>
              <a:defRPr sz="1725" b="0">
                <a:solidFill>
                  <a:srgbClr val="222222"/>
                </a:solidFill>
              </a:defRPr>
            </a:pPr>
            <a:r>
              <a:rPr sz="1725" b="0">
                <a:solidFill>
                  <a:srgbClr val="222222"/>
                </a:solidFill>
              </a:rPr>
              <a:t>• 围绕视频节点补充提示词和参考素材。</a:t>
            </a:r>
          </a:p>
          <a:p xmlns:a="http://schemas.openxmlformats.org/drawingml/2006/main">
            <a:pPr>
              <a:defRPr sz="1725" b="0">
                <a:solidFill>
                  <a:srgbClr val="222222"/>
                </a:solidFill>
              </a:defRPr>
            </a:pPr>
            <a:r>
              <a:rPr sz="1725" b="0">
                <a:solidFill>
                  <a:srgbClr val="222222"/>
                </a:solidFill>
              </a:rPr>
              <a:t>• 画布太乱时新建画布继续生产。</a:t>
            </a:r>
          </a:p>
        </p:txBody>
      </p:sp>
      <p:sp>
        <p:nvSpPr>
          <p:cNvPr id="5" name="">
            <a:extLst xmlns:a="http://schemas.openxmlformats.org/drawingml/2006/main">
              <a:ext uri="{FF2B5EF4-FFF2-40B4-BE49-F238E27FC236}">
                <a16:creationId xmlns:a16="http://schemas.microsoft.com/office/drawing/2014/main" id="{D5069302-1752-4AE4-8A7B-650A379257CA}"/>
              </a:ext>
            </a:extLst>
          </p:cNvPr>
          <p:cNvSpPr>
            <a:spLocks xmlns:a="http://schemas.openxmlformats.org/drawingml/2006/main" noGrp="1"/>
          </p:cNvSpPr>
          <p:nvPr/>
        </p:nvSpPr>
        <p:spPr>
          <a:xfrm xmlns:a="http://schemas.openxmlformats.org/drawingml/2006/main">
            <a:off x="400050" y="5219700"/>
            <a:ext cx="5619750" cy="781050"/>
          </a:xfrm>
          <a:prstGeom xmlns:a="http://schemas.openxmlformats.org/drawingml/2006/main" prst="rect">
            <a:avLst/>
          </a:prstGeom>
          <a:solidFill xmlns:a="http://schemas.openxmlformats.org/drawingml/2006/main">
            <a:srgbClr val="FFF3ED"/>
          </a:solidFill>
          <a:ln xmlns:a="http://schemas.openxmlformats.org/drawingml/2006/main" w="9525">
            <a:solidFill>
              <a:srgbClr val="D8DADF"/>
            </a:solidFill>
            <a:prstDash val="solid"/>
          </a:ln>
        </p:spPr>
      </p:sp>
      <p:sp>
        <p:nvSpPr>
          <p:cNvPr id="6" name="">
            <a:extLst xmlns:a="http://schemas.openxmlformats.org/drawingml/2006/main">
              <a:ext uri="{FF2B5EF4-FFF2-40B4-BE49-F238E27FC236}">
                <a16:creationId xmlns:a16="http://schemas.microsoft.com/office/drawing/2014/main" id="{69639447-C191-45B1-82C3-399C4918A4CB}"/>
              </a:ext>
            </a:extLst>
          </p:cNvPr>
          <p:cNvSpPr>
            <a:spLocks xmlns:a="http://schemas.openxmlformats.org/drawingml/2006/main" noGrp="1"/>
          </p:cNvSpPr>
          <p:nvPr/>
        </p:nvSpPr>
        <p:spPr>
          <a:xfrm xmlns:a="http://schemas.openxmlformats.org/drawingml/2006/main">
            <a:off x="590550" y="5410200"/>
            <a:ext cx="5238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b="1">
                <a:solidFill>
                  <a:srgbClr val="9A3412"/>
                </a:solidFill>
              </a:defRPr>
            </a:pPr>
            <a:r>
              <a:rPr sz="1575" b="1">
                <a:solidFill>
                  <a:srgbClr val="9A3412"/>
                </a:solidFill>
              </a:rPr>
              <a:t>跨画布复制和资源引用不能丢失。</a:t>
            </a:r>
          </a:p>
        </p:txBody>
      </p:sp>
      <p:sp>
        <p:nvSpPr>
          <p:cNvPr id="7" name="">
            <a:extLst xmlns:a="http://schemas.openxmlformats.org/drawingml/2006/main">
              <a:ext uri="{FF2B5EF4-FFF2-40B4-BE49-F238E27FC236}">
                <a16:creationId xmlns:a16="http://schemas.microsoft.com/office/drawing/2014/main" id="{197F0F20-1404-4935-983A-90EC2913AFB1}"/>
              </a:ext>
            </a:extLst>
          </p:cNvPr>
          <p:cNvSpPr>
            <a:spLocks xmlns:a="http://schemas.openxmlformats.org/drawingml/2006/main" noGrp="1"/>
          </p:cNvSpPr>
          <p:nvPr/>
        </p:nvSpPr>
        <p:spPr>
          <a:xfrm xmlns:a="http://schemas.openxmlformats.org/drawingml/2006/main">
            <a:off x="6591300" y="1333500"/>
            <a:ext cx="5200650" cy="3276600"/>
          </a:xfrm>
          <a:prstGeom xmlns:a="http://schemas.openxmlformats.org/drawingml/2006/main" prst="rect">
            <a:avLst/>
          </a:prstGeom>
          <a:solidFill xmlns:a="http://schemas.openxmlformats.org/drawingml/2006/main">
            <a:srgbClr val="F3F4F6"/>
          </a:solidFill>
          <a:ln xmlns:a="http://schemas.openxmlformats.org/drawingml/2006/main" w="9525">
            <a:solidFill>
              <a:srgbClr val="D8DADF"/>
            </a:solidFill>
            <a:prstDash val="solid"/>
          </a:ln>
        </p:spPr>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95c7a433a34e47cd"/>
          <a:stretch xmlns:a="http://schemas.openxmlformats.org/drawingml/2006/main"/>
        </p:blipFill>
        <p:spPr>
          <a:xfrm xmlns:a="http://schemas.openxmlformats.org/drawingml/2006/main">
            <a:off x="6667500" y="1551980"/>
            <a:ext cx="5048250" cy="2839641"/>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60BF4C51-CBF0-4035-A0C9-7BD41D630AF2}"/>
              </a:ext>
            </a:extLst>
          </p:cNvPr>
          <p:cNvSpPr>
            <a:spLocks xmlns:a="http://schemas.openxmlformats.org/drawingml/2006/main" noGrp="1"/>
          </p:cNvSpPr>
          <p:nvPr/>
        </p:nvSpPr>
        <p:spPr>
          <a:xfrm xmlns:a="http://schemas.openxmlformats.org/drawingml/2006/main">
            <a:off x="6610350" y="4800600"/>
            <a:ext cx="51625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0">
                <a:solidFill>
                  <a:srgbClr val="555555"/>
                </a:solidFill>
              </a:defRPr>
            </a:pPr>
            <a:r>
              <a:rPr sz="1200" b="0">
                <a:solidFill>
                  <a:srgbClr val="555555"/>
                </a:solidFill>
              </a:rPr>
              <a:t>好 切换到这个画布以后</a:t>
            </a:r>
          </a:p>
        </p:txBody>
      </p:sp>
      <p:sp>
        <p:nvSpPr>
          <p:cNvPr id="10" name="">
            <a:extLst xmlns:a="http://schemas.openxmlformats.org/drawingml/2006/main">
              <a:ext uri="{FF2B5EF4-FFF2-40B4-BE49-F238E27FC236}">
                <a16:creationId xmlns:a16="http://schemas.microsoft.com/office/drawing/2014/main" id="{8B6E5484-6001-45CC-9C51-E1DC4C4BCA27}"/>
              </a:ext>
            </a:extLst>
          </p:cNvPr>
          <p:cNvSpPr>
            <a:spLocks xmlns:a="http://schemas.openxmlformats.org/drawingml/2006/main" noGrp="1"/>
          </p:cNvSpPr>
          <p:nvPr/>
        </p:nvSpPr>
        <p:spPr>
          <a:xfrm xmlns:a="http://schemas.openxmlformats.org/drawingml/2006/main">
            <a:off x="400050" y="6286500"/>
            <a:ext cx="1139190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11" name="">
            <a:extLst xmlns:a="http://schemas.openxmlformats.org/drawingml/2006/main">
              <a:ext uri="{FF2B5EF4-FFF2-40B4-BE49-F238E27FC236}">
                <a16:creationId xmlns:a16="http://schemas.microsoft.com/office/drawing/2014/main" id="{B886BADA-84B7-4CF0-AFE0-8AE90AEB2173}"/>
              </a:ext>
            </a:extLst>
          </p:cNvPr>
          <p:cNvSpPr>
            <a:spLocks xmlns:a="http://schemas.openxmlformats.org/drawingml/2006/main" noGrp="1"/>
          </p:cNvSpPr>
          <p:nvPr/>
        </p:nvSpPr>
        <p:spPr>
          <a:xfrm xmlns:a="http://schemas.openxmlformats.org/drawingml/2006/main">
            <a:off x="400050" y="6419850"/>
            <a:ext cx="409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1">
                <a:solidFill>
                  <a:srgbClr val="555555"/>
                </a:solidFill>
              </a:defRPr>
            </a:pPr>
            <a:r>
              <a:rPr sz="1050" b="1">
                <a:solidFill>
                  <a:srgbClr val="555555"/>
                </a:solidFill>
              </a:rPr>
              <a:t>01 画布与节点库</a:t>
            </a:r>
          </a:p>
        </p:txBody>
      </p:sp>
      <p:sp>
        <p:nvSpPr>
          <p:cNvPr id="12" name="">
            <a:extLst xmlns:a="http://schemas.openxmlformats.org/drawingml/2006/main">
              <a:ext uri="{FF2B5EF4-FFF2-40B4-BE49-F238E27FC236}">
                <a16:creationId xmlns:a16="http://schemas.microsoft.com/office/drawing/2014/main" id="{340C5B9D-79ED-4496-84D2-A47867610107}"/>
              </a:ext>
            </a:extLst>
          </p:cNvPr>
          <p:cNvSpPr>
            <a:spLocks xmlns:a="http://schemas.openxmlformats.org/drawingml/2006/main" noGrp="1"/>
          </p:cNvSpPr>
          <p:nvPr/>
        </p:nvSpPr>
        <p:spPr>
          <a:xfrm xmlns:a="http://schemas.openxmlformats.org/drawingml/2006/main">
            <a:off x="4667250" y="6419850"/>
            <a:ext cx="590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a:solidFill>
                  <a:srgbClr val="555555"/>
                </a:solidFill>
              </a:defRPr>
            </a:pPr>
            <a:r>
              <a:rPr sz="1050" b="0">
                <a:solidFill>
                  <a:srgbClr val="555555"/>
                </a:solidFill>
              </a:rPr>
              <a:t>证据：P0-4 自由式短剧工作流 00:00:59-00:01:00</a:t>
            </a:r>
          </a:p>
        </p:txBody>
      </p:sp>
      <p:sp>
        <p:nvSpPr>
          <p:cNvPr id="13" name="">
            <a:extLst xmlns:a="http://schemas.openxmlformats.org/drawingml/2006/main">
              <a:ext uri="{FF2B5EF4-FFF2-40B4-BE49-F238E27FC236}">
                <a16:creationId xmlns:a16="http://schemas.microsoft.com/office/drawing/2014/main" id="{57E4CF4B-A638-4EA1-B3FF-BA6C355C1770}"/>
              </a:ext>
            </a:extLst>
          </p:cNvPr>
          <p:cNvSpPr>
            <a:spLocks xmlns:a="http://schemas.openxmlformats.org/drawingml/2006/main" noGrp="1"/>
          </p:cNvSpPr>
          <p:nvPr/>
        </p:nvSpPr>
        <p:spPr>
          <a:xfrm xmlns:a="http://schemas.openxmlformats.org/drawingml/2006/main">
            <a:off x="11049000" y="6419850"/>
            <a:ext cx="742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a:solidFill>
                  <a:srgbClr val="555555"/>
                </a:solidFill>
              </a:defRPr>
            </a:pPr>
            <a:r>
              <a:rPr sz="1050" b="0">
                <a:solidFill>
                  <a:srgbClr val="555555"/>
                </a:solidFill>
              </a:rPr>
              <a:t>12/13</a:t>
            </a:r>
          </a:p>
        </p:txBody>
      </p:sp>
    </p:spTree>
    <p:extLst>
      <p:ext uri="{BB962C8B-B14F-4D97-AF65-F5344CB8AC3E}">
        <p14:creationId xmlns:p14="http://schemas.microsoft.com/office/powerpoint/2010/main" val="361639037"/>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BF60DA9F-ACE8-4790-9A5B-715D3DBCBFD6}"/>
              </a:ext>
            </a:extLst>
          </p:cNvPr>
          <p:cNvSpPr>
            <a:spLocks xmlns:a="http://schemas.openxmlformats.org/drawingml/2006/main" noGrp="1"/>
          </p:cNvSpPr>
          <p:nvPr/>
        </p:nvSpPr>
        <p:spPr>
          <a:xfrm xmlns:a="http://schemas.openxmlformats.org/drawingml/2006/main">
            <a:off x="400050" y="419100"/>
            <a:ext cx="7810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925" b="1">
                <a:solidFill>
                  <a:srgbClr val="000000"/>
                </a:solidFill>
              </a:defRPr>
            </a:pPr>
            <a:r>
              <a:rPr sz="2925" b="1">
                <a:solidFill>
                  <a:srgbClr val="000000"/>
                </a:solidFill>
              </a:rPr>
              <a:t>画布阶段的验收要覆盖真实复杂度</a:t>
            </a:r>
          </a:p>
        </p:txBody>
      </p:sp>
      <p:sp>
        <p:nvSpPr>
          <p:cNvPr id="2" name="">
            <a:extLst xmlns:a="http://schemas.openxmlformats.org/drawingml/2006/main">
              <a:ext uri="{FF2B5EF4-FFF2-40B4-BE49-F238E27FC236}">
                <a16:creationId xmlns:a16="http://schemas.microsoft.com/office/drawing/2014/main" id="{39F06B65-0BF2-4289-9B0E-1B1FF2590194}"/>
              </a:ext>
            </a:extLst>
          </p:cNvPr>
          <p:cNvSpPr>
            <a:spLocks xmlns:a="http://schemas.openxmlformats.org/drawingml/2006/main" noGrp="1"/>
          </p:cNvSpPr>
          <p:nvPr/>
        </p:nvSpPr>
        <p:spPr>
          <a:xfrm xmlns:a="http://schemas.openxmlformats.org/drawingml/2006/main">
            <a:off x="400050" y="1066800"/>
            <a:ext cx="1139190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3" name="">
            <a:extLst xmlns:a="http://schemas.openxmlformats.org/drawingml/2006/main">
              <a:ext uri="{FF2B5EF4-FFF2-40B4-BE49-F238E27FC236}">
                <a16:creationId xmlns:a16="http://schemas.microsoft.com/office/drawing/2014/main" id="{16005AFB-DDDB-4DA3-B439-362926103E7D}"/>
              </a:ext>
            </a:extLst>
          </p:cNvPr>
          <p:cNvSpPr>
            <a:spLocks xmlns:a="http://schemas.openxmlformats.org/drawingml/2006/main" noGrp="1"/>
          </p:cNvSpPr>
          <p:nvPr/>
        </p:nvSpPr>
        <p:spPr>
          <a:xfrm xmlns:a="http://schemas.openxmlformats.org/drawingml/2006/main">
            <a:off x="400050" y="1333500"/>
            <a:ext cx="5619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75" b="1">
                <a:solidFill>
                  <a:srgbClr val="111111"/>
                </a:solidFill>
              </a:defRPr>
            </a:pPr>
            <a:r>
              <a:rPr sz="1875" b="1">
                <a:solidFill>
                  <a:srgbClr val="111111"/>
                </a:solidFill>
              </a:rPr>
              <a:t>只测少量节点无法发现真实问题。</a:t>
            </a:r>
          </a:p>
        </p:txBody>
      </p:sp>
      <p:sp>
        <p:nvSpPr>
          <p:cNvPr id="4" name="">
            <a:extLst xmlns:a="http://schemas.openxmlformats.org/drawingml/2006/main">
              <a:ext uri="{FF2B5EF4-FFF2-40B4-BE49-F238E27FC236}">
                <a16:creationId xmlns:a16="http://schemas.microsoft.com/office/drawing/2014/main" id="{78235F78-BFAA-4723-9067-5D01CD7E1EEE}"/>
              </a:ext>
            </a:extLst>
          </p:cNvPr>
          <p:cNvSpPr>
            <a:spLocks xmlns:a="http://schemas.openxmlformats.org/drawingml/2006/main" noGrp="1"/>
          </p:cNvSpPr>
          <p:nvPr/>
        </p:nvSpPr>
        <p:spPr>
          <a:xfrm xmlns:a="http://schemas.openxmlformats.org/drawingml/2006/main">
            <a:off x="438150" y="2171700"/>
            <a:ext cx="5619750" cy="3143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725" b="0">
                <a:solidFill>
                  <a:srgbClr val="222222"/>
                </a:solidFill>
              </a:defRPr>
            </a:pPr>
            <a:r>
              <a:rPr sz="1725" b="0">
                <a:solidFill>
                  <a:srgbClr val="222222"/>
                </a:solidFill>
              </a:rPr>
              <a:t>• 节点搜索、定位、隐藏、显示全部可用。</a:t>
            </a:r>
          </a:p>
          <a:p xmlns:a="http://schemas.openxmlformats.org/drawingml/2006/main">
            <a:pPr>
              <a:defRPr sz="1725" b="0">
                <a:solidFill>
                  <a:srgbClr val="222222"/>
                </a:solidFill>
              </a:defRPr>
            </a:pPr>
            <a:r>
              <a:rPr sz="1725" b="0">
                <a:solidFill>
                  <a:srgbClr val="222222"/>
                </a:solidFill>
              </a:rPr>
              <a:t>• 版本恢复后节点和资源引用一致。</a:t>
            </a:r>
          </a:p>
          <a:p xmlns:a="http://schemas.openxmlformats.org/drawingml/2006/main">
            <a:pPr>
              <a:defRPr sz="1725" b="0">
                <a:solidFill>
                  <a:srgbClr val="222222"/>
                </a:solidFill>
              </a:defRPr>
            </a:pPr>
            <a:r>
              <a:rPr sz="1725" b="0">
                <a:solidFill>
                  <a:srgbClr val="222222"/>
                </a:solidFill>
              </a:rPr>
              <a:t>• 隐藏连线后性能改善，恢复后可编辑。</a:t>
            </a:r>
          </a:p>
          <a:p xmlns:a="http://schemas.openxmlformats.org/drawingml/2006/main">
            <a:pPr>
              <a:defRPr sz="1725" b="0">
                <a:solidFill>
                  <a:srgbClr val="222222"/>
                </a:solidFill>
              </a:defRPr>
            </a:pPr>
            <a:r>
              <a:rPr sz="1725" b="0">
                <a:solidFill>
                  <a:srgbClr val="222222"/>
                </a:solidFill>
              </a:rPr>
              <a:t>• 协作锁下保存接口拒绝非法修改。</a:t>
            </a:r>
          </a:p>
        </p:txBody>
      </p:sp>
      <p:sp>
        <p:nvSpPr>
          <p:cNvPr id="5" name="">
            <a:extLst xmlns:a="http://schemas.openxmlformats.org/drawingml/2006/main">
              <a:ext uri="{FF2B5EF4-FFF2-40B4-BE49-F238E27FC236}">
                <a16:creationId xmlns:a16="http://schemas.microsoft.com/office/drawing/2014/main" id="{D1E979A7-8ACD-45FE-8715-E62C25325028}"/>
              </a:ext>
            </a:extLst>
          </p:cNvPr>
          <p:cNvSpPr>
            <a:spLocks xmlns:a="http://schemas.openxmlformats.org/drawingml/2006/main" noGrp="1"/>
          </p:cNvSpPr>
          <p:nvPr/>
        </p:nvSpPr>
        <p:spPr>
          <a:xfrm xmlns:a="http://schemas.openxmlformats.org/drawingml/2006/main">
            <a:off x="400050" y="5219700"/>
            <a:ext cx="5619750" cy="781050"/>
          </a:xfrm>
          <a:prstGeom xmlns:a="http://schemas.openxmlformats.org/drawingml/2006/main" prst="rect">
            <a:avLst/>
          </a:prstGeom>
          <a:solidFill xmlns:a="http://schemas.openxmlformats.org/drawingml/2006/main">
            <a:srgbClr val="FFF3ED"/>
          </a:solidFill>
          <a:ln xmlns:a="http://schemas.openxmlformats.org/drawingml/2006/main" w="9525">
            <a:solidFill>
              <a:srgbClr val="D8DADF"/>
            </a:solidFill>
            <a:prstDash val="solid"/>
          </a:ln>
        </p:spPr>
      </p:sp>
      <p:sp>
        <p:nvSpPr>
          <p:cNvPr id="6" name="">
            <a:extLst xmlns:a="http://schemas.openxmlformats.org/drawingml/2006/main">
              <a:ext uri="{FF2B5EF4-FFF2-40B4-BE49-F238E27FC236}">
                <a16:creationId xmlns:a16="http://schemas.microsoft.com/office/drawing/2014/main" id="{93049CED-A3AC-4286-88BE-DCAF11C3B745}"/>
              </a:ext>
            </a:extLst>
          </p:cNvPr>
          <p:cNvSpPr>
            <a:spLocks xmlns:a="http://schemas.openxmlformats.org/drawingml/2006/main" noGrp="1"/>
          </p:cNvSpPr>
          <p:nvPr/>
        </p:nvSpPr>
        <p:spPr>
          <a:xfrm xmlns:a="http://schemas.openxmlformats.org/drawingml/2006/main">
            <a:off x="590550" y="5410200"/>
            <a:ext cx="5238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b="1">
                <a:solidFill>
                  <a:srgbClr val="9A3412"/>
                </a:solidFill>
              </a:defRPr>
            </a:pPr>
            <a:r>
              <a:rPr sz="1575" b="1">
                <a:solidFill>
                  <a:srgbClr val="9A3412"/>
                </a:solidFill>
              </a:rPr>
              <a:t>Phase 2/3 结束前必须有大画布 E2E。</a:t>
            </a:r>
          </a:p>
        </p:txBody>
      </p:sp>
      <p:sp>
        <p:nvSpPr>
          <p:cNvPr id="7" name="">
            <a:extLst xmlns:a="http://schemas.openxmlformats.org/drawingml/2006/main">
              <a:ext uri="{FF2B5EF4-FFF2-40B4-BE49-F238E27FC236}">
                <a16:creationId xmlns:a16="http://schemas.microsoft.com/office/drawing/2014/main" id="{E7F89BCF-E785-4DDF-87A1-19F54C2D1A87}"/>
              </a:ext>
            </a:extLst>
          </p:cNvPr>
          <p:cNvSpPr>
            <a:spLocks xmlns:a="http://schemas.openxmlformats.org/drawingml/2006/main" noGrp="1"/>
          </p:cNvSpPr>
          <p:nvPr/>
        </p:nvSpPr>
        <p:spPr>
          <a:xfrm xmlns:a="http://schemas.openxmlformats.org/drawingml/2006/main">
            <a:off x="6591300" y="1333500"/>
            <a:ext cx="5200650" cy="3276600"/>
          </a:xfrm>
          <a:prstGeom xmlns:a="http://schemas.openxmlformats.org/drawingml/2006/main" prst="rect">
            <a:avLst/>
          </a:prstGeom>
          <a:solidFill xmlns:a="http://schemas.openxmlformats.org/drawingml/2006/main">
            <a:srgbClr val="F3F4F6"/>
          </a:solidFill>
          <a:ln xmlns:a="http://schemas.openxmlformats.org/drawingml/2006/main" w="9525">
            <a:solidFill>
              <a:srgbClr val="D8DADF"/>
            </a:solidFill>
            <a:prstDash val="solid"/>
          </a:ln>
        </p:spPr>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503ee974e5954035"/>
          <a:stretch xmlns:a="http://schemas.openxmlformats.org/drawingml/2006/main"/>
        </p:blipFill>
        <p:spPr>
          <a:xfrm xmlns:a="http://schemas.openxmlformats.org/drawingml/2006/main">
            <a:off x="6667500" y="1551980"/>
            <a:ext cx="5048250" cy="2839641"/>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F261A2D7-6B2E-4879-B804-88B993386796}"/>
              </a:ext>
            </a:extLst>
          </p:cNvPr>
          <p:cNvSpPr>
            <a:spLocks xmlns:a="http://schemas.openxmlformats.org/drawingml/2006/main" noGrp="1"/>
          </p:cNvSpPr>
          <p:nvPr/>
        </p:nvSpPr>
        <p:spPr>
          <a:xfrm xmlns:a="http://schemas.openxmlformats.org/drawingml/2006/main">
            <a:off x="6610350" y="4800600"/>
            <a:ext cx="51625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0">
                <a:solidFill>
                  <a:srgbClr val="555555"/>
                </a:solidFill>
              </a:defRPr>
            </a:pPr>
            <a:r>
              <a:rPr sz="1200" b="0">
                <a:solidFill>
                  <a:srgbClr val="555555"/>
                </a:solidFill>
              </a:rPr>
              <a:t>再往这边看,有一个添加节点,点开以后就是我们的这个节点库,所有的这个节点的列表都在这里。</a:t>
            </a:r>
          </a:p>
        </p:txBody>
      </p:sp>
      <p:sp>
        <p:nvSpPr>
          <p:cNvPr id="10" name="">
            <a:extLst xmlns:a="http://schemas.openxmlformats.org/drawingml/2006/main">
              <a:ext uri="{FF2B5EF4-FFF2-40B4-BE49-F238E27FC236}">
                <a16:creationId xmlns:a16="http://schemas.microsoft.com/office/drawing/2014/main" id="{2AF9461A-4447-438B-83B7-60A84C720A60}"/>
              </a:ext>
            </a:extLst>
          </p:cNvPr>
          <p:cNvSpPr>
            <a:spLocks xmlns:a="http://schemas.openxmlformats.org/drawingml/2006/main" noGrp="1"/>
          </p:cNvSpPr>
          <p:nvPr/>
        </p:nvSpPr>
        <p:spPr>
          <a:xfrm xmlns:a="http://schemas.openxmlformats.org/drawingml/2006/main">
            <a:off x="400050" y="6286500"/>
            <a:ext cx="1139190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11" name="">
            <a:extLst xmlns:a="http://schemas.openxmlformats.org/drawingml/2006/main">
              <a:ext uri="{FF2B5EF4-FFF2-40B4-BE49-F238E27FC236}">
                <a16:creationId xmlns:a16="http://schemas.microsoft.com/office/drawing/2014/main" id="{F1570D33-C65A-4789-B21F-FAA79D8173E2}"/>
              </a:ext>
            </a:extLst>
          </p:cNvPr>
          <p:cNvSpPr>
            <a:spLocks xmlns:a="http://schemas.openxmlformats.org/drawingml/2006/main" noGrp="1"/>
          </p:cNvSpPr>
          <p:nvPr/>
        </p:nvSpPr>
        <p:spPr>
          <a:xfrm xmlns:a="http://schemas.openxmlformats.org/drawingml/2006/main">
            <a:off x="400050" y="6419850"/>
            <a:ext cx="409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1">
                <a:solidFill>
                  <a:srgbClr val="555555"/>
                </a:solidFill>
              </a:defRPr>
            </a:pPr>
            <a:r>
              <a:rPr sz="1050" b="1">
                <a:solidFill>
                  <a:srgbClr val="555555"/>
                </a:solidFill>
              </a:rPr>
              <a:t>01 画布与节点库</a:t>
            </a:r>
          </a:p>
        </p:txBody>
      </p:sp>
      <p:sp>
        <p:nvSpPr>
          <p:cNvPr id="12" name="">
            <a:extLst xmlns:a="http://schemas.openxmlformats.org/drawingml/2006/main">
              <a:ext uri="{FF2B5EF4-FFF2-40B4-BE49-F238E27FC236}">
                <a16:creationId xmlns:a16="http://schemas.microsoft.com/office/drawing/2014/main" id="{24E0F391-1DD7-4D1D-B0F7-9EAF384B9754}"/>
              </a:ext>
            </a:extLst>
          </p:cNvPr>
          <p:cNvSpPr>
            <a:spLocks xmlns:a="http://schemas.openxmlformats.org/drawingml/2006/main" noGrp="1"/>
          </p:cNvSpPr>
          <p:nvPr/>
        </p:nvSpPr>
        <p:spPr>
          <a:xfrm xmlns:a="http://schemas.openxmlformats.org/drawingml/2006/main">
            <a:off x="4667250" y="6419850"/>
            <a:ext cx="590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a:solidFill>
                  <a:srgbClr val="555555"/>
                </a:solidFill>
              </a:defRPr>
            </a:pPr>
            <a:r>
              <a:rPr sz="1050" b="0">
                <a:solidFill>
                  <a:srgbClr val="555555"/>
                </a:solidFill>
              </a:rPr>
              <a:t>证据：P0-3 画布工作区、节点介绍 00:03:02-00:03:10</a:t>
            </a:r>
          </a:p>
        </p:txBody>
      </p:sp>
      <p:sp>
        <p:nvSpPr>
          <p:cNvPr id="13" name="">
            <a:extLst xmlns:a="http://schemas.openxmlformats.org/drawingml/2006/main">
              <a:ext uri="{FF2B5EF4-FFF2-40B4-BE49-F238E27FC236}">
                <a16:creationId xmlns:a16="http://schemas.microsoft.com/office/drawing/2014/main" id="{0555ED84-54C1-499B-BE3D-A347A88F2079}"/>
              </a:ext>
            </a:extLst>
          </p:cNvPr>
          <p:cNvSpPr>
            <a:spLocks xmlns:a="http://schemas.openxmlformats.org/drawingml/2006/main" noGrp="1"/>
          </p:cNvSpPr>
          <p:nvPr/>
        </p:nvSpPr>
        <p:spPr>
          <a:xfrm xmlns:a="http://schemas.openxmlformats.org/drawingml/2006/main">
            <a:off x="11049000" y="6419850"/>
            <a:ext cx="742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a:solidFill>
                  <a:srgbClr val="555555"/>
                </a:solidFill>
              </a:defRPr>
            </a:pPr>
            <a:r>
              <a:rPr sz="1050" b="0">
                <a:solidFill>
                  <a:srgbClr val="555555"/>
                </a:solidFill>
              </a:rPr>
              <a:t>13/13</a:t>
            </a:r>
          </a:p>
        </p:txBody>
      </p:sp>
    </p:spTree>
    <p:extLst>
      <p:ext uri="{BB962C8B-B14F-4D97-AF65-F5344CB8AC3E}">
        <p14:creationId xmlns:p14="http://schemas.microsoft.com/office/powerpoint/2010/main" val="106825423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2026-07-01T08:22:25.7300000Z</dcterms:created>
  <dcterms:modified xsi:type="dcterms:W3CDTF">2026-07-01T08:22:25.7300000Z</dcterms:modified>
</coreProperties>
</file>