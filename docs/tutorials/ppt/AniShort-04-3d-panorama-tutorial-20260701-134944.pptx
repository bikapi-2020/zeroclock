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4cc3a37d51421d" /><Relationship Type="http://schemas.openxmlformats.org/officeDocument/2006/relationships/extended-properties" Target="/docProps/app.xml" Id="Rdccc5df1ca464cbb" /><Relationship Type="http://schemas.openxmlformats.org/officeDocument/2006/relationships/officeDocument" Target="/ppt/presentation.xml" Id="R6edface6be234b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5732fbebaa4470"/>
  </p:sldMasterIdLst>
  <p:notesMasterIdLst>
    <p:notesMasterId xmlns:r="http://schemas.openxmlformats.org/officeDocument/2006/relationships" r:id="Rd1490c8a022a4842"/>
  </p:notesMasterIdLst>
  <p:sldIdLst>
    <p:sldId xmlns:r="http://schemas.openxmlformats.org/officeDocument/2006/relationships" id="256" r:id="R980c6e0c878d4c00"/>
    <p:sldId xmlns:r="http://schemas.openxmlformats.org/officeDocument/2006/relationships" id="257" r:id="Rd3405001beb24ce2"/>
    <p:sldId xmlns:r="http://schemas.openxmlformats.org/officeDocument/2006/relationships" id="258" r:id="Ree985c799b864338"/>
    <p:sldId xmlns:r="http://schemas.openxmlformats.org/officeDocument/2006/relationships" id="259" r:id="R7d76a4f58a1c49e6"/>
    <p:sldId xmlns:r="http://schemas.openxmlformats.org/officeDocument/2006/relationships" id="260" r:id="Rd6c4bd1911bf4fe2"/>
    <p:sldId xmlns:r="http://schemas.openxmlformats.org/officeDocument/2006/relationships" id="261" r:id="R3a30550362df4a63"/>
    <p:sldId xmlns:r="http://schemas.openxmlformats.org/officeDocument/2006/relationships" id="262" r:id="Rfb99571446784a59"/>
    <p:sldId xmlns:r="http://schemas.openxmlformats.org/officeDocument/2006/relationships" id="263" r:id="Rcb4d3704c03e4c86"/>
    <p:sldId xmlns:r="http://schemas.openxmlformats.org/officeDocument/2006/relationships" id="264" r:id="R6700eaf50a4e463c"/>
    <p:sldId xmlns:r="http://schemas.openxmlformats.org/officeDocument/2006/relationships" id="265" r:id="R88e161f36d42487f"/>
    <p:sldId xmlns:r="http://schemas.openxmlformats.org/officeDocument/2006/relationships" id="266" r:id="Ra2fd23e3ea9246ae"/>
    <p:sldId xmlns:r="http://schemas.openxmlformats.org/officeDocument/2006/relationships" id="267" r:id="R43167d78aa0d48ee"/>
    <p:sldId xmlns:r="http://schemas.openxmlformats.org/officeDocument/2006/relationships" id="268" r:id="R1695b51855064ac2"/>
    <p:sldId xmlns:r="http://schemas.openxmlformats.org/officeDocument/2006/relationships" id="269" r:id="Rca3a8d41ffd841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9baf19bc464212" /><Relationship Type="http://schemas.openxmlformats.org/officeDocument/2006/relationships/slideMaster" Target="/ppt/slideMasters/slideMaster1.xml" Id="R6b5732fbebaa4470" /><Relationship Type="http://schemas.openxmlformats.org/officeDocument/2006/relationships/notesMaster" Target="/ppt/notesMasters/notesMaster1.xml" Id="Rd1490c8a022a4842" /><Relationship Type="http://schemas.openxmlformats.org/officeDocument/2006/relationships/presProps" Target="/ppt/presProps.xml" Id="R7672bd094154443f" /><Relationship Type="http://schemas.openxmlformats.org/officeDocument/2006/relationships/tableStyles" Target="/ppt/tableStyles.xml" Id="R5771ecab6a834f50" /><Relationship Type="http://schemas.openxmlformats.org/officeDocument/2006/relationships/slide" Target="/ppt/slides/slide1.xml" Id="R980c6e0c878d4c00" /><Relationship Type="http://schemas.openxmlformats.org/officeDocument/2006/relationships/slide" Target="/ppt/slides/slide2.xml" Id="Rd3405001beb24ce2" /><Relationship Type="http://schemas.openxmlformats.org/officeDocument/2006/relationships/slide" Target="/ppt/slides/slide3.xml" Id="Ree985c799b864338" /><Relationship Type="http://schemas.openxmlformats.org/officeDocument/2006/relationships/slide" Target="/ppt/slides/slide4.xml" Id="R7d76a4f58a1c49e6" /><Relationship Type="http://schemas.openxmlformats.org/officeDocument/2006/relationships/slide" Target="/ppt/slides/slide5.xml" Id="Rd6c4bd1911bf4fe2" /><Relationship Type="http://schemas.openxmlformats.org/officeDocument/2006/relationships/slide" Target="/ppt/slides/slide6.xml" Id="R3a30550362df4a63" /><Relationship Type="http://schemas.openxmlformats.org/officeDocument/2006/relationships/slide" Target="/ppt/slides/slide7.xml" Id="Rfb99571446784a59" /><Relationship Type="http://schemas.openxmlformats.org/officeDocument/2006/relationships/slide" Target="/ppt/slides/slide8.xml" Id="Rcb4d3704c03e4c86" /><Relationship Type="http://schemas.openxmlformats.org/officeDocument/2006/relationships/slide" Target="/ppt/slides/slide9.xml" Id="R6700eaf50a4e463c" /><Relationship Type="http://schemas.openxmlformats.org/officeDocument/2006/relationships/slide" Target="/ppt/slides/slide10.xml" Id="R88e161f36d42487f" /><Relationship Type="http://schemas.openxmlformats.org/officeDocument/2006/relationships/slide" Target="/ppt/slides/slide11.xml" Id="Ra2fd23e3ea9246ae" /><Relationship Type="http://schemas.openxmlformats.org/officeDocument/2006/relationships/slide" Target="/ppt/slides/slide12.xml" Id="R43167d78aa0d48ee" /><Relationship Type="http://schemas.openxmlformats.org/officeDocument/2006/relationships/slide" Target="/ppt/slides/slide13.xml" Id="R1695b51855064ac2" /><Relationship Type="http://schemas.openxmlformats.org/officeDocument/2006/relationships/slide" Target="/ppt/slides/slide14.xml" Id="Rca3a8d41ffd841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7ce9f6f02347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a2b4d5b2844d0f" /><Relationship Type="http://schemas.openxmlformats.org/officeDocument/2006/relationships/notesMaster" Target="/ppt/notesMasters/notesMaster1.xml" Id="R7af620c62e294c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ae90fcc6924617" /><Relationship Type="http://schemas.openxmlformats.org/officeDocument/2006/relationships/notesMaster" Target="/ppt/notesMasters/notesMaster1.xml" Id="R703086962eb04d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1c9db882064b40" /><Relationship Type="http://schemas.openxmlformats.org/officeDocument/2006/relationships/notesMaster" Target="/ppt/notesMasters/notesMaster1.xml" Id="R4196ae6a17d440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1e230cf28b4a9d" /><Relationship Type="http://schemas.openxmlformats.org/officeDocument/2006/relationships/notesMaster" Target="/ppt/notesMasters/notesMaster1.xml" Id="Ra75f869a18a543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098f62d0774926" /><Relationship Type="http://schemas.openxmlformats.org/officeDocument/2006/relationships/notesMaster" Target="/ppt/notesMasters/notesMaster1.xml" Id="R89560d0a7fe640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6ead5a15d74257" /><Relationship Type="http://schemas.openxmlformats.org/officeDocument/2006/relationships/notesMaster" Target="/ppt/notesMasters/notesMaster1.xml" Id="Rb2d8f5f0590e42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56d1b879bf43fb" /><Relationship Type="http://schemas.openxmlformats.org/officeDocument/2006/relationships/notesMaster" Target="/ppt/notesMasters/notesMaster1.xml" Id="R8b118d87475048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ca54e2af374686" /><Relationship Type="http://schemas.openxmlformats.org/officeDocument/2006/relationships/notesMaster" Target="/ppt/notesMasters/notesMaster1.xml" Id="Ra25bcab2219042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6dc804eb46422d" /><Relationship Type="http://schemas.openxmlformats.org/officeDocument/2006/relationships/notesMaster" Target="/ppt/notesMasters/notesMaster1.xml" Id="R4a290554553c43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8d4ef7fa5245d1" /><Relationship Type="http://schemas.openxmlformats.org/officeDocument/2006/relationships/notesMaster" Target="/ppt/notesMasters/notesMaster1.xml" Id="Ra1cde8f474b24a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820f6397714cd7" /><Relationship Type="http://schemas.openxmlformats.org/officeDocument/2006/relationships/notesMaster" Target="/ppt/notesMasters/notesMaster1.xml" Id="R1fb095a8073747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9c9dceb95e4a3e" /><Relationship Type="http://schemas.openxmlformats.org/officeDocument/2006/relationships/notesMaster" Target="/ppt/notesMasters/notesMaster1.xml" Id="R6cc4340b006b40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942e9e11014578" /><Relationship Type="http://schemas.openxmlformats.org/officeDocument/2006/relationships/notesMaster" Target="/ppt/notesMasters/notesMaster1.xml" Id="R127e3e773b364a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8fb234de95409b" /><Relationship Type="http://schemas.openxmlformats.org/officeDocument/2006/relationships/notesMaster" Target="/ppt/notesMasters/notesMaster1.xml" Id="R3ed724956abd4f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94922a1fb46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23beb62ec7430b" /><Relationship Type="http://schemas.openxmlformats.org/officeDocument/2006/relationships/slideLayout" Target="/ppt/slideLayouts/slideLayout1.xml" Id="Rdc17e2d618c34c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17e2d618c34c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c3ca0e8504626" /><Relationship Type="http://schemas.openxmlformats.org/officeDocument/2006/relationships/image" Target="/ppt/media/image.jpeg" Id="R36dc7d72a9cc4f1b" /><Relationship Type="http://schemas.openxmlformats.org/officeDocument/2006/relationships/notesSlide" Target="/ppt/notesSlides/notesSlide1.xml" Id="Rb7269202772d4a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c918b01b94a81" /><Relationship Type="http://schemas.openxmlformats.org/officeDocument/2006/relationships/image" Target="/ppt/media/image2.jpeg" Id="R1aa811d928224e45" /><Relationship Type="http://schemas.openxmlformats.org/officeDocument/2006/relationships/notesSlide" Target="/ppt/notesSlides/notesSlide2.xml" Id="Re95f431f580e4d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ce98c59a14c12" /><Relationship Type="http://schemas.openxmlformats.org/officeDocument/2006/relationships/image" Target="/ppt/media/image3.jpeg" Id="R767a2bcb59e6469a" /><Relationship Type="http://schemas.openxmlformats.org/officeDocument/2006/relationships/notesSlide" Target="/ppt/notesSlides/notesSlide3.xml" Id="R78757e0bbfe049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0047b018e4056" /><Relationship Type="http://schemas.openxmlformats.org/officeDocument/2006/relationships/image" Target="/ppt/media/image4.jpeg" Id="R82379ea6b8b34660" /><Relationship Type="http://schemas.openxmlformats.org/officeDocument/2006/relationships/notesSlide" Target="/ppt/notesSlides/notesSlide4.xml" Id="R9f21be3df18d4b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af14171574659" /><Relationship Type="http://schemas.openxmlformats.org/officeDocument/2006/relationships/image" Target="/ppt/media/image5.jpeg" Id="Rc3d2b42c1e314ad8" /><Relationship Type="http://schemas.openxmlformats.org/officeDocument/2006/relationships/notesSlide" Target="/ppt/notesSlides/notesSlide5.xml" Id="R890a4bd1c5ab4c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cf401351e43ff" /><Relationship Type="http://schemas.openxmlformats.org/officeDocument/2006/relationships/image" Target="/ppt/media/image6.jpeg" Id="R1e6cabb2982f4b4b" /><Relationship Type="http://schemas.openxmlformats.org/officeDocument/2006/relationships/notesSlide" Target="/ppt/notesSlides/notesSlide6.xml" Id="R88393364f60a45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7aca95def4e8f" /><Relationship Type="http://schemas.openxmlformats.org/officeDocument/2006/relationships/image" Target="/ppt/media/image7.jpeg" Id="R106ae2036b7548b9" /><Relationship Type="http://schemas.openxmlformats.org/officeDocument/2006/relationships/notesSlide" Target="/ppt/notesSlides/notesSlide7.xml" Id="R80d95fb77e8a46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7b5fccdf74c35" /><Relationship Type="http://schemas.openxmlformats.org/officeDocument/2006/relationships/image" Target="/ppt/media/image8.jpeg" Id="Rd38cc3e980044ad1" /><Relationship Type="http://schemas.openxmlformats.org/officeDocument/2006/relationships/notesSlide" Target="/ppt/notesSlides/notesSlide8.xml" Id="Rdeaa2a5e6d5c41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cffa63e0e4ccb" /><Relationship Type="http://schemas.openxmlformats.org/officeDocument/2006/relationships/image" Target="/ppt/media/image9.jpeg" Id="Re01b144bd4364902" /><Relationship Type="http://schemas.openxmlformats.org/officeDocument/2006/relationships/notesSlide" Target="/ppt/notesSlides/notesSlide9.xml" Id="Rbee6d79bb64243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d5707f492452a" /><Relationship Type="http://schemas.openxmlformats.org/officeDocument/2006/relationships/image" Target="/ppt/media/image10.jpeg" Id="R2dc4e1e1d93644be" /><Relationship Type="http://schemas.openxmlformats.org/officeDocument/2006/relationships/notesSlide" Target="/ppt/notesSlides/notesSlide10.xml" Id="R142dd05b125b47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da27f111147e2" /><Relationship Type="http://schemas.openxmlformats.org/officeDocument/2006/relationships/image" Target="/ppt/media/image11.jpeg" Id="R51419126c6dc4b20" /><Relationship Type="http://schemas.openxmlformats.org/officeDocument/2006/relationships/notesSlide" Target="/ppt/notesSlides/notesSlide11.xml" Id="R374c7e9b6cb046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34470eba643a2" /><Relationship Type="http://schemas.openxmlformats.org/officeDocument/2006/relationships/image" Target="/ppt/media/image12.jpeg" Id="R65bac01d04c54ffe" /><Relationship Type="http://schemas.openxmlformats.org/officeDocument/2006/relationships/notesSlide" Target="/ppt/notesSlides/notesSlide12.xml" Id="R2b8a5110bd544a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0fb0f5ccd463d" /><Relationship Type="http://schemas.openxmlformats.org/officeDocument/2006/relationships/image" Target="/ppt/media/image13.jpeg" Id="R60fd19271103491e" /><Relationship Type="http://schemas.openxmlformats.org/officeDocument/2006/relationships/notesSlide" Target="/ppt/notesSlides/notesSlide13.xml" Id="R0ad7847c050540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203956da84fae" /><Relationship Type="http://schemas.openxmlformats.org/officeDocument/2006/relationships/image" Target="/ppt/media/image14.jpeg" Id="R2a3be053479b48bc" /><Relationship Type="http://schemas.openxmlformats.org/officeDocument/2006/relationships/notesSlide" Target="/ppt/notesSlides/notesSlide14.xml" Id="Ra1818a73936d4d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095232-3C1A-4B75-AC9F-23DB429A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3D 导演台与全景节点教程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92299-C3CE-4FC4-B9A9-4AC74852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0"/>
            <a:ext cx="609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3333"/>
                </a:solidFill>
              </a:defRPr>
            </a:pPr>
            <a:r>
              <a:rPr sz="1875" b="0">
                <a:solidFill>
                  <a:srgbClr val="333333"/>
                </a:solidFill>
              </a:rPr>
              <a:t>覆盖 3D 导演台入口、测量缩放、轴心重置、全景生成、视角截图和批量视图。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F4E71-49AC-4565-BCB4-44763A95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719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基于 12 个 P0 教程视频、4380 张 2s 帧和 2672 条音频证据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29B62-9EB3-418C-89E5-1ADB83AA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81050"/>
            <a:ext cx="48387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c7d72a9cc4f1b"/>
          <a:stretch xmlns:a="http://schemas.openxmlformats.org/drawingml/2006/main"/>
        </p:blipFill>
        <p:spPr>
          <a:xfrm xmlns:a="http://schemas.openxmlformats.org/drawingml/2006/main">
            <a:off x="7029450" y="1463278"/>
            <a:ext cx="4686300" cy="263604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57A5A-994E-4031-9E9F-A6B51B26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15958-EAC6-4F07-AA52-C0EDA6CE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AniShort Academy P0 深度教程包 | 20260701-134944</a:t>
            </a:r>
          </a:p>
        </p:txBody>
      </p:sp>
    </p:spTree>
    <p:extLst>
      <p:ext uri="{BB962C8B-B14F-4D97-AF65-F5344CB8AC3E}">
        <p14:creationId xmlns:p14="http://schemas.microsoft.com/office/powerpoint/2010/main" val="1252263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C2ED32-D24C-440F-B077-3001C35E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3D 导演台从 3D 世界节点进入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02D1A-3124-4DC0-92D3-1BB0C6C4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63723-5E33-4D44-9277-BF21182A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它是独立全屏编辑器，不是节点面板。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40461-6320-45F8-956D-8A24FC23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创建 3D 世界后点击 3D 导演台。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进入后可添加人物和调整场景。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退出后需要把编辑状态回写节点。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632F3-42DE-4CF2-A917-8AC9C1F0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1BB25-0E59-4AD2-88D2-92AAF890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3D 导演台应作为单独页面实现。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E5D52-6AA4-49C9-BCE9-510A173F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811d928224e45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ED71D-32F1-4CD5-B1F9-E14B8806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好 我们在创建完3D世界之后呢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D95BC-9D1A-4FB0-A52B-AA15C32B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8A5CF-BECD-4364-A0FA-A5A569A0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84241-2A36-4859-A442-96D0D1BE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证据：P0-10 3D导演台调整场景缩放比例与位置 00:00:00-00:00:01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192D8-1DA7-46F1-8CA9-49D5B97C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576190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5936DC-3E95-4985-8185-C13D701E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导演台页面包含视口、资源条和属性面板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E1B6C-1B2D-4CA6-ADF5-DC69790B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69A8F-2EF8-430F-99CF-EB7D9D60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视觉结构和普通节点完全不同。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03AD8-BC08-4603-9E5D-A446D14D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中间是 3D 视口。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底部是人物/角色资源。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左侧选择 3D 世界，右侧编辑属性。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3AECF-2AF5-42B0-9095-9C2D4525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5BE9B-6276-4D1A-8875-9DADA6D6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UI 和快捷键要按 3D 工具设计。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6D54B-F61C-4F98-B804-C2D7DFA5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a2bcb59e6469a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26307-086E-4B7D-8990-69EDC727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我们点击3D导演台进去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500E2-8A29-4E5C-B962-286CBEA4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CB49F-F2E9-4638-87B9-9AC685B4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E0B52-4CF6-4C63-896B-B1A49FFC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证据：P0-10 3D导演台调整场景缩放比例与位置 00:00:01-00:00:02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0A8B4-3EF7-453E-8D58-0250174C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3/14</a:t>
            </a:r>
          </a:p>
        </p:txBody>
      </p:sp>
    </p:spTree>
    <p:extLst>
      <p:ext uri="{BB962C8B-B14F-4D97-AF65-F5344CB8AC3E}">
        <p14:creationId xmlns:p14="http://schemas.microsoft.com/office/powerpoint/2010/main" val="494299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A03A12-C07E-4A32-91B3-4F474C54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人物比例异常时使用测量缩放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2B188-F22F-43E1-901F-DB35DBE5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FB4FF-9907-47D3-A303-415B70F6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场景太小会导致正常身高角色显得过大。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DB530-26D4-43CA-9AF7-B54ABB34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选择左侧 3D 世界。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点击右侧测量缩放。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测量已知物体长度后输入真实尺寸。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C2AE7-6862-4C9D-A4E3-005C15A0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BC3E4-2C7A-4647-966D-6F8282DE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比例计算要影响世界 scale，而不是单个人物 scale。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6177F-0DC7-48D2-AA16-7EFC1E85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79ea6b8b34660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58487-2D1A-423C-A020-DAFAAB3D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我们需要对场景进行一个比例的调整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A0B49-814F-4447-8D24-ED5A0F61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E86D1-9416-41BA-A87C-E809E86D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1AF18-B024-4633-A83D-7D83B640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证据：P0-10 3D导演台调整场景缩放比例与位置 00:00:16-00:00:18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41F19-5FDB-48FD-BB6E-0F64B6A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4/14</a:t>
            </a:r>
          </a:p>
        </p:txBody>
      </p:sp>
    </p:spTree>
    <p:extLst>
      <p:ext uri="{BB962C8B-B14F-4D97-AF65-F5344CB8AC3E}">
        <p14:creationId xmlns:p14="http://schemas.microsoft.com/office/powerpoint/2010/main" val="340608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E50059-EBAC-4961-8D3B-0737E351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测量前要开启捕捉并输入真实长度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6B946-CFCB-4755-8C31-56EC4478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369BE-72AD-4EC1-9B5F-F4FF111C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未捕捉的测量线可能歪斜。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48D1C-37ED-4E40-8C89-219E0FF1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开启捕捉后再点物体两端。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示例中船的测量长度约 0.78m。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输入真实长度约 2.5m 后恢复比例。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EBB5D-E971-4FDE-AE9F-EBFE2275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7B38F-4992-4FFC-B750-E5E16F4D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E2E 要测捕捉前后测量差异。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7F8D6-BB69-4A7D-8BD7-C1D34129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2b42c1e314ad8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4B5D6-63B9-4931-BA55-79FBFEED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所以你不能直接这么点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11E55-D0F4-4563-9506-BFC31C69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71E8D-F3C0-40A2-A988-BE0FF7D6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3E20A-83A0-409C-93FE-0ED975A4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证据：P0-10 3D导演台调整场景缩放比例与位置 00:00:36-00:00:38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7283D-390F-4657-8294-84B4E668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5/14</a:t>
            </a:r>
          </a:p>
        </p:txBody>
      </p:sp>
    </p:spTree>
    <p:extLst>
      <p:ext uri="{BB962C8B-B14F-4D97-AF65-F5344CB8AC3E}">
        <p14:creationId xmlns:p14="http://schemas.microsoft.com/office/powerpoint/2010/main" val="1732128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3F8DD3-5297-474A-916B-999DC7A4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新角色默认出现在世界中心会拖慢布景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FDD0B-9D7C-4A0A-9760-E00E73FB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6F61C-D154-4848-876B-F39643F8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剧情发生在船边或椅子旁时，每次拖拽很低效。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9979E-6599-4802-B3A1-1300FD41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新建人物默认位置固定。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用户需要频繁调整视角和拖动。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设置轴心用于改变默认生成区域。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0421F-FD6C-4478-8DBE-081C0CFF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1C0F8-7A3D-4F03-8D2C-C1BD1533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这是设置轴心工具存在的原因。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35815-8B9F-4038-A00F-3C1C08FE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cabb2982f4b4b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83735-4781-45E1-BB03-8A129628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那么现在又有个问题了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79589-0626-4FC7-9799-8E67D134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D4D64-1728-4DBC-A8C8-9B0AE0EA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AA1B9-081D-4A68-A9A2-AA96F429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证据：P0-10 3D导演台调整场景缩放比例与位置 00:00:55-00:00:56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39A84-FEA3-4DEE-B772-C1FC26DE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6/14</a:t>
            </a:r>
          </a:p>
        </p:txBody>
      </p:sp>
    </p:spTree>
    <p:extLst>
      <p:ext uri="{BB962C8B-B14F-4D97-AF65-F5344CB8AC3E}">
        <p14:creationId xmlns:p14="http://schemas.microsoft.com/office/powerpoint/2010/main" val="1141751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AD08B4-23D5-4E0B-B53B-ED74D145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设置轴心把角色生成点移动到剧情区域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AFCD3-A5A7-431F-A6E6-FE976B12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03E87-44B8-44C1-AB3C-FF687383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轴心不是简单的模型移动工具。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44625-6D4B-4829-80DD-FE21EB73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选择 3D 世界。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点击设置轴心。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在剧情发生区域点击地面并应用。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CE0D5-98C5-4D0E-B68C-AF92512E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5D182-C9AB-415E-A1E2-88A59AD2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应用后还需要归零，才完成坐标还原。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5008D-E634-495C-9DA0-AD424573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ae2036b7548b9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4AFC2-7123-4899-A44D-4C23282D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不停的去拖 拖出来人物过来 我们再穿一个小孩 你看他又跑到这儿来了 我们还得再拖 这个时候就会很麻烦 对不对 很麻烦 我们现在就可以对他的整个世界进行一个坐标的还原 坐标的还原 我们点击一下三立世界 然后在右边找到设置轴星 设置轴星 点击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84A7C-4B09-4B51-A6EC-9E2D8457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40E1C-33E0-4CFE-ABFF-1B529C8F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E96FC-4792-4F5A-8534-A2EDB42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证据：P0-10 3D导演台调整场景缩放比例与位置 00:01:12-00:01:26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75926-6330-4E8A-88F1-9AF78D2C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7/14</a:t>
            </a:r>
          </a:p>
        </p:txBody>
      </p:sp>
    </p:spTree>
    <p:extLst>
      <p:ext uri="{BB962C8B-B14F-4D97-AF65-F5344CB8AC3E}">
        <p14:creationId xmlns:p14="http://schemas.microsoft.com/office/powerpoint/2010/main" val="1087970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C8BD6-F442-4A42-9BD3-F6896C00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应用归零把应用和归零合并成一步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FA5B0-C593-42CC-AA3D-A96F5B3B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3D6A5-CA48-4EDC-8B2F-A006A751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一键操作提升高频布景效率。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CF53F-5BD7-4F1A-B97F-B0D6B45B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手动流程是应用再归零。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应用归零是合并快捷按钮。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结果是新角色出现在目标区域。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A2787-B960-402A-96CF-CCADEE27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2BDFE-F56C-4C95-AB3A-F98ED31D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提示文案要说明这不是场景被破坏。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D23B3-7089-403D-96A6-955BF3E8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cc3e980044ad1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5F7C3-6179-49A0-B69D-481FEB02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还有一个呢 叫做应用归零啊 就这边这个东西 什么叫应用归零呢 其实就是将我们刚刚的两个步骤合并成了一个步骤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767C3-45A4-4E5D-A7A0-E51840E6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E14E4-384A-4058-8F1D-2843E47B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AE507-7CAC-426F-BE96-C61AB8C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证据：P0-10 3D导演台调整场景缩放比例与位置 00:02:45-00:02:50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FCF13-7592-4116-9B1C-83C59DD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8/14</a:t>
            </a:r>
          </a:p>
        </p:txBody>
      </p:sp>
    </p:spTree>
    <p:extLst>
      <p:ext uri="{BB962C8B-B14F-4D97-AF65-F5344CB8AC3E}">
        <p14:creationId xmlns:p14="http://schemas.microsoft.com/office/powerpoint/2010/main" val="68404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38A15C-F63D-4706-BDFF-1F21F55D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全景节点可从图片节点命令创建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86F59-DC8A-483E-8C45-5DD1C7F0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9B120-D4A6-4249-A137-FF524129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全景生成是图片节点的后续能力。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AB752-F90F-4673-9C8C-D3596F02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图片节点上方点击全景。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也可从底部节点库创建。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创建后形成全景生成节点。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A04E8-660E-4C3A-8B91-5462C8BF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DE910-FD8C-403A-AF7D-69B385D5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从图片命令创建时应自动携带参考图。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5C17C-A5C1-44A6-9DEB-27558D1C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b144bd4364902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7DF2A-73A6-4DCE-A706-67B32BE0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在圖片節點上方點擊全景命令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F6F23-4289-4629-8704-A4982A22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304A4-D2BF-476B-A572-DAF9C0F6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01464-67B9-4C47-80F9-4010A277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证据：P0-11 场景图转换成720全景图 00:00:05-00:00:08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16D66-514E-4E41-ABED-78D712B3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9/14</a:t>
            </a:r>
          </a:p>
        </p:txBody>
      </p:sp>
    </p:spTree>
    <p:extLst>
      <p:ext uri="{BB962C8B-B14F-4D97-AF65-F5344CB8AC3E}">
        <p14:creationId xmlns:p14="http://schemas.microsoft.com/office/powerpoint/2010/main" val="640283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4CC464-D418-444F-A6BD-7185CD42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全景节点支持参考图和文本两种模式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3CFA2-CE9C-46B8-AD2A-AE5D9665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154D3-74D2-4391-90E0-666DACE0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输入结构要按模式变化。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A841E-7678-44D6-965B-594BEC9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参考图生成：上传或连接场景图。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文本生成：只用 prompt 生成。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提示词可以为空，仍可提交。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F30A4-C4FC-434C-8685-872147E7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68688-93F3-45D5-8FB0-90BB14D5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mode、prompt、resolution 必须独立保存。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DAF67-A5B4-4B16-830F-247AE854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4e1e1d93644be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BB931-B6B0-4235-8E16-E93D4E16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激活節點可以看到有參考圖生成和文本生成兩種模式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D6DDB-5886-4293-9D6F-586E6B89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3EA54-CE85-4878-9E13-6C9776E7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A4467-2841-4114-A6EC-6CE94A5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证据：P0-11 场景图转换成720全景图 00:00:11-00:00:16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873EE-7CFF-4AA1-8F6A-71C0A4AE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10/14</a:t>
            </a:r>
          </a:p>
        </p:txBody>
      </p:sp>
    </p:spTree>
    <p:extLst>
      <p:ext uri="{BB962C8B-B14F-4D97-AF65-F5344CB8AC3E}">
        <p14:creationId xmlns:p14="http://schemas.microsoft.com/office/powerpoint/2010/main" val="9147113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F885D0-9476-4EBB-9132-2F6ABC12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全景结果需要专用预览器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8864D-9EEB-4FDE-AD51-62E226EA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70BFB-6822-4F58-AD92-7AC30E01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普通图片预览无法表达 720 全景。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1FAB9-B576-4C76-B649-3DC27FCD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双击结果进入全屏。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进入全景模式。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按住鼠标左键拖拽查看不同角度。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627F5-06E4-4C15-8B23-A55145AC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23412-9CE5-4CD5-A409-120E408C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验收要用拖拽测试确认视角变化。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E62A7-1420-4163-9019-99FE41D3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19126c6dc4b20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CA39C-5FF2-4E93-915D-1F289A38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用純文本方式輸入提示詞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FA8E5-F81B-49F4-9AD2-E96B8041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A96D1-03A2-487C-8337-94D8A826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E0BAC-4584-4E2F-87C8-E4CC6249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证据：P0-11 场景图转换成720全景图 00:00:56-00:00:59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7B384-4A05-403B-8443-F25AB8FA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11/14</a:t>
            </a:r>
          </a:p>
        </p:txBody>
      </p:sp>
    </p:spTree>
    <p:extLst>
      <p:ext uri="{BB962C8B-B14F-4D97-AF65-F5344CB8AC3E}">
        <p14:creationId xmlns:p14="http://schemas.microsoft.com/office/powerpoint/2010/main" val="15439924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667D43-E2F6-4DE1-ABA3-BA34A2B4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当前视角可以截图成普通图片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D4997-0344-48B6-B14D-7FD505D3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65920-3AF7-4991-9773-4AA6EE21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全景也要能回到普通图像工作流。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8D1AB-2AE7-414A-B503-49FB81A1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用户调整到需要的视角。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点击当前视角生成截图。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截图进入资源库或画布节点。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6E0F3-DE8E-4A03-BC4F-6152FA36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65020-301E-4283-891D-F27E171F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截图需要保留来源全景和视角参数。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7859D-DF81-4DC8-8281-80A1172F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ac01d04c54ffe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1FA07-49D7-41DB-BA03-142E76CA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生成完成後可雙擊圖片全屏查看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A6297-7476-4E82-9FE1-4EBA120D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E5191-CFD8-46E1-B752-1F3DEBA1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22BD5-C3CA-435A-A0FA-B0A10BFE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证据：P0-11 场景图转换成720全景图 00:01:09-00:01:13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D2588-E14D-434B-B93D-2DF5CC8C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12/14</a:t>
            </a:r>
          </a:p>
        </p:txBody>
      </p:sp>
    </p:spTree>
    <p:extLst>
      <p:ext uri="{BB962C8B-B14F-4D97-AF65-F5344CB8AC3E}">
        <p14:creationId xmlns:p14="http://schemas.microsoft.com/office/powerpoint/2010/main" val="20952264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75AC12-9AE7-4437-85F8-AD74554D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四视图和十二视图适合批量拆解场景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F1D28-C93B-4702-9878-85C6D6DE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B1351-731D-41A8-B2F6-E043443A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自动视图输出可以快速获得多个角度。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AAFD4-1D8A-40B0-9863-9CE67907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支持自动截取四视图。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支持自动截取十二视图。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输出图片自动分组。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729C2-9B1B-411E-A664-FC0BE67F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C7DC4-102A-4B1D-B5F1-07DE4B00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group-node 要支持全景输出组。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02972-91C8-47A1-B65C-400AD21E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d19271103491e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A0E0A-950C-4779-B22C-93C011BA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在圖片上按住鼠標左鍵拖動即可查看不同視角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29C7D-3656-43F5-8883-0420EBAB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70EAF-6140-4D04-A9B3-2582DDBE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A25C4-5041-43F8-9E42-C113FB55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证据：P0-11 场景图转换成720全景图 00:01:24-00:01:29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EB164-3FCB-4997-826F-06242C5E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13/14</a:t>
            </a:r>
          </a:p>
        </p:txBody>
      </p:sp>
    </p:spTree>
    <p:extLst>
      <p:ext uri="{BB962C8B-B14F-4D97-AF65-F5344CB8AC3E}">
        <p14:creationId xmlns:p14="http://schemas.microsoft.com/office/powerpoint/2010/main" val="14439178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3C3BEC-9DF4-4707-A165-DB0AADE1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3D 与全景的验收要覆盖交互和数据回写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56A7B-4EF8-434E-831B-7142067D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99AF8-BF7D-4B37-B76D-046708BF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这类功能不能只做表单测试。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F30E6-44C7-491A-8212-CDC8E001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3D 视口交互、测量、捕捉、坐标状态。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全景拖拽、截图、批量视图输出。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退出后画布节点和资源库一致。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失败时保留原 3D/全景资产。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D64A6-466F-459E-9B24-11A2B191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D67BE-62D7-4A41-BD82-41D46D2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Phase 9 需要 Playwright 加截图核验。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A8841-8651-4621-9EF5-AEFA12D5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be053479b48bc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9684C-B89A-4083-8E62-C18C9C41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想让大家能去了解一下它的原理啊 你了解原理之后呢 你才好去应用 不然的话有很多人在这边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D68CA-0B44-4A31-A246-5371F167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D7D16-041F-42D5-AD75-827D2877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 3D与全景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91359-6EFD-44D0-8584-7EB21200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证据：P0-10 3D导演台调整场景缩放比例与位置 00:03:10-00:03:14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92A43-D833-44CA-84F9-BEE250C6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14/14</a:t>
            </a:r>
          </a:p>
        </p:txBody>
      </p:sp>
    </p:spTree>
    <p:extLst>
      <p:ext uri="{BB962C8B-B14F-4D97-AF65-F5344CB8AC3E}">
        <p14:creationId xmlns:p14="http://schemas.microsoft.com/office/powerpoint/2010/main" val="1189211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2026-07-01T08:22:27.5410000Z</dcterms:created>
  <dcterms:modified xsi:type="dcterms:W3CDTF">2026-07-01T08:22:27.5410000Z</dcterms:modified>
</coreProperties>
</file>