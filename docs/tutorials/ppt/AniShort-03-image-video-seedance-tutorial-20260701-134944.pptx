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29d41a06d74794" /><Relationship Type="http://schemas.openxmlformats.org/officeDocument/2006/relationships/extended-properties" Target="/docProps/app.xml" Id="R80070b7dbac94e88" /><Relationship Type="http://schemas.openxmlformats.org/officeDocument/2006/relationships/officeDocument" Target="/ppt/presentation.xml" Id="Rc126d29aab9c4d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8d7041afe4e4d"/>
  </p:sldMasterIdLst>
  <p:notesMasterIdLst>
    <p:notesMasterId xmlns:r="http://schemas.openxmlformats.org/officeDocument/2006/relationships" r:id="Rcbdfde31ba664d69"/>
  </p:notesMasterIdLst>
  <p:sldIdLst>
    <p:sldId xmlns:r="http://schemas.openxmlformats.org/officeDocument/2006/relationships" id="256" r:id="R1d0674c5c67a4bf8"/>
    <p:sldId xmlns:r="http://schemas.openxmlformats.org/officeDocument/2006/relationships" id="257" r:id="R455094c3ff6a4707"/>
    <p:sldId xmlns:r="http://schemas.openxmlformats.org/officeDocument/2006/relationships" id="258" r:id="R9e4c85539d744fec"/>
    <p:sldId xmlns:r="http://schemas.openxmlformats.org/officeDocument/2006/relationships" id="259" r:id="Re7f648e5c05c4782"/>
    <p:sldId xmlns:r="http://schemas.openxmlformats.org/officeDocument/2006/relationships" id="260" r:id="Rb5e31468cb534cad"/>
    <p:sldId xmlns:r="http://schemas.openxmlformats.org/officeDocument/2006/relationships" id="261" r:id="R4a37d8ee0a21476b"/>
    <p:sldId xmlns:r="http://schemas.openxmlformats.org/officeDocument/2006/relationships" id="262" r:id="R2eb8e3fbf2724ab3"/>
    <p:sldId xmlns:r="http://schemas.openxmlformats.org/officeDocument/2006/relationships" id="263" r:id="Raf013a6a34e64a28"/>
    <p:sldId xmlns:r="http://schemas.openxmlformats.org/officeDocument/2006/relationships" id="264" r:id="Rf1d88fe6a9004a97"/>
    <p:sldId xmlns:r="http://schemas.openxmlformats.org/officeDocument/2006/relationships" id="265" r:id="R923dd509f6244950"/>
    <p:sldId xmlns:r="http://schemas.openxmlformats.org/officeDocument/2006/relationships" id="266" r:id="Ra3c8cdc6fd3d4b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ddfa412634481c" /><Relationship Type="http://schemas.openxmlformats.org/officeDocument/2006/relationships/slideMaster" Target="/ppt/slideMasters/slideMaster1.xml" Id="R56a8d7041afe4e4d" /><Relationship Type="http://schemas.openxmlformats.org/officeDocument/2006/relationships/notesMaster" Target="/ppt/notesMasters/notesMaster1.xml" Id="Rcbdfde31ba664d69" /><Relationship Type="http://schemas.openxmlformats.org/officeDocument/2006/relationships/presProps" Target="/ppt/presProps.xml" Id="R4318af9af07c42d2" /><Relationship Type="http://schemas.openxmlformats.org/officeDocument/2006/relationships/tableStyles" Target="/ppt/tableStyles.xml" Id="R3be637d126bc4919" /><Relationship Type="http://schemas.openxmlformats.org/officeDocument/2006/relationships/slide" Target="/ppt/slides/slide1.xml" Id="R1d0674c5c67a4bf8" /><Relationship Type="http://schemas.openxmlformats.org/officeDocument/2006/relationships/slide" Target="/ppt/slides/slide2.xml" Id="R455094c3ff6a4707" /><Relationship Type="http://schemas.openxmlformats.org/officeDocument/2006/relationships/slide" Target="/ppt/slides/slide3.xml" Id="R9e4c85539d744fec" /><Relationship Type="http://schemas.openxmlformats.org/officeDocument/2006/relationships/slide" Target="/ppt/slides/slide4.xml" Id="Re7f648e5c05c4782" /><Relationship Type="http://schemas.openxmlformats.org/officeDocument/2006/relationships/slide" Target="/ppt/slides/slide5.xml" Id="Rb5e31468cb534cad" /><Relationship Type="http://schemas.openxmlformats.org/officeDocument/2006/relationships/slide" Target="/ppt/slides/slide6.xml" Id="R4a37d8ee0a21476b" /><Relationship Type="http://schemas.openxmlformats.org/officeDocument/2006/relationships/slide" Target="/ppt/slides/slide7.xml" Id="R2eb8e3fbf2724ab3" /><Relationship Type="http://schemas.openxmlformats.org/officeDocument/2006/relationships/slide" Target="/ppt/slides/slide8.xml" Id="Raf013a6a34e64a28" /><Relationship Type="http://schemas.openxmlformats.org/officeDocument/2006/relationships/slide" Target="/ppt/slides/slide9.xml" Id="Rf1d88fe6a9004a97" /><Relationship Type="http://schemas.openxmlformats.org/officeDocument/2006/relationships/slide" Target="/ppt/slides/slide10.xml" Id="R923dd509f6244950" /><Relationship Type="http://schemas.openxmlformats.org/officeDocument/2006/relationships/slide" Target="/ppt/slides/slide11.xml" Id="Ra3c8cdc6fd3d4b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127bf078864b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67649461d4ead" /><Relationship Type="http://schemas.openxmlformats.org/officeDocument/2006/relationships/notesMaster" Target="/ppt/notesMasters/notesMaster1.xml" Id="R80f305a6dbb4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c45da952474cac" /><Relationship Type="http://schemas.openxmlformats.org/officeDocument/2006/relationships/notesMaster" Target="/ppt/notesMasters/notesMaster1.xml" Id="Re88c841f6d474d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adc39637b94705" /><Relationship Type="http://schemas.openxmlformats.org/officeDocument/2006/relationships/notesMaster" Target="/ppt/notesMasters/notesMaster1.xml" Id="R7b3fed2c0eeb48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384f33f0e74b44" /><Relationship Type="http://schemas.openxmlformats.org/officeDocument/2006/relationships/notesMaster" Target="/ppt/notesMasters/notesMaster1.xml" Id="R6b49d2c6c1164f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c523bcd71e4c84" /><Relationship Type="http://schemas.openxmlformats.org/officeDocument/2006/relationships/notesMaster" Target="/ppt/notesMasters/notesMaster1.xml" Id="R6222b7eba9ab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0d37a32db04145" /><Relationship Type="http://schemas.openxmlformats.org/officeDocument/2006/relationships/notesMaster" Target="/ppt/notesMasters/notesMaster1.xml" Id="Ra6f38b978cb041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76e74d3b494017" /><Relationship Type="http://schemas.openxmlformats.org/officeDocument/2006/relationships/notesMaster" Target="/ppt/notesMasters/notesMaster1.xml" Id="Rb0fb77822b8741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22146362cd4d4c" /><Relationship Type="http://schemas.openxmlformats.org/officeDocument/2006/relationships/notesMaster" Target="/ppt/notesMasters/notesMaster1.xml" Id="R40c0e14d6bc44a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117cfad4b34dc8" /><Relationship Type="http://schemas.openxmlformats.org/officeDocument/2006/relationships/notesMaster" Target="/ppt/notesMasters/notesMaster1.xml" Id="R182a2d4ae1794c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d3f6416cc44e8e" /><Relationship Type="http://schemas.openxmlformats.org/officeDocument/2006/relationships/notesMaster" Target="/ppt/notesMasters/notesMaster1.xml" Id="Rc1713c234a674a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234d054b30484e" /><Relationship Type="http://schemas.openxmlformats.org/officeDocument/2006/relationships/notesMaster" Target="/ppt/notesMasters/notesMaster1.xml" Id="R7404dce0f4514e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29d57e0e84d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94011d4a9c4a3b" /><Relationship Type="http://schemas.openxmlformats.org/officeDocument/2006/relationships/slideLayout" Target="/ppt/slideLayouts/slideLayout1.xml" Id="R1b81345bd1654a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81345bd1654a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a326ffca94afb" /><Relationship Type="http://schemas.openxmlformats.org/officeDocument/2006/relationships/image" Target="/ppt/media/image.jpeg" Id="Rf267377f17ab4158" /><Relationship Type="http://schemas.openxmlformats.org/officeDocument/2006/relationships/notesSlide" Target="/ppt/notesSlides/notesSlide1.xml" Id="R85521c0d020744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a2de6969b48a8" /><Relationship Type="http://schemas.openxmlformats.org/officeDocument/2006/relationships/image" Target="/ppt/media/image2.jpeg" Id="R88f3ad017c9c4a22" /><Relationship Type="http://schemas.openxmlformats.org/officeDocument/2006/relationships/notesSlide" Target="/ppt/notesSlides/notesSlide2.xml" Id="Rd8981a00c09444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f737822044120" /><Relationship Type="http://schemas.openxmlformats.org/officeDocument/2006/relationships/image" Target="/ppt/media/image3.jpeg" Id="Rf728cd8f2b004e03" /><Relationship Type="http://schemas.openxmlformats.org/officeDocument/2006/relationships/notesSlide" Target="/ppt/notesSlides/notesSlide3.xml" Id="Rdabf16b7c6d5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9ba4b1b054034" /><Relationship Type="http://schemas.openxmlformats.org/officeDocument/2006/relationships/image" Target="/ppt/media/image4.jpeg" Id="R86750c922ed2422f" /><Relationship Type="http://schemas.openxmlformats.org/officeDocument/2006/relationships/notesSlide" Target="/ppt/notesSlides/notesSlide4.xml" Id="R671779372f3640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33b321dde42a9" /><Relationship Type="http://schemas.openxmlformats.org/officeDocument/2006/relationships/image" Target="/ppt/media/image5.jpeg" Id="R8cdf09c06ac54cb8" /><Relationship Type="http://schemas.openxmlformats.org/officeDocument/2006/relationships/notesSlide" Target="/ppt/notesSlides/notesSlide5.xml" Id="R80e47a7a280347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1b7c2c36e4aca" /><Relationship Type="http://schemas.openxmlformats.org/officeDocument/2006/relationships/image" Target="/ppt/media/image6.jpeg" Id="R6955dcdd11bc48fb" /><Relationship Type="http://schemas.openxmlformats.org/officeDocument/2006/relationships/notesSlide" Target="/ppt/notesSlides/notesSlide6.xml" Id="R566dcd819e3244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c5c6945e447ab" /><Relationship Type="http://schemas.openxmlformats.org/officeDocument/2006/relationships/image" Target="/ppt/media/image7.jpeg" Id="R6cdbc6491f3d497c" /><Relationship Type="http://schemas.openxmlformats.org/officeDocument/2006/relationships/notesSlide" Target="/ppt/notesSlides/notesSlide7.xml" Id="R437ed1cf5d824b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b9c0e200f4b89" /><Relationship Type="http://schemas.openxmlformats.org/officeDocument/2006/relationships/image" Target="/ppt/media/image8.jpeg" Id="R822d7f5fd56f4005" /><Relationship Type="http://schemas.openxmlformats.org/officeDocument/2006/relationships/notesSlide" Target="/ppt/notesSlides/notesSlide8.xml" Id="R9bc2d9e17fbf49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287111d31447b" /><Relationship Type="http://schemas.openxmlformats.org/officeDocument/2006/relationships/image" Target="/ppt/media/image9.jpeg" Id="R4a99f7f081ed413c" /><Relationship Type="http://schemas.openxmlformats.org/officeDocument/2006/relationships/notesSlide" Target="/ppt/notesSlides/notesSlide9.xml" Id="R2ccc6ec0ffb64d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4002a995e41b4" /><Relationship Type="http://schemas.openxmlformats.org/officeDocument/2006/relationships/image" Target="/ppt/media/image10.jpeg" Id="R4946cc7492f2424c" /><Relationship Type="http://schemas.openxmlformats.org/officeDocument/2006/relationships/notesSlide" Target="/ppt/notesSlides/notesSlide10.xml" Id="Rb99fe2714a3740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e82e77e4c4a2f" /><Relationship Type="http://schemas.openxmlformats.org/officeDocument/2006/relationships/image" Target="/ppt/media/image11.jpeg" Id="Refa6984ed7074b83" /><Relationship Type="http://schemas.openxmlformats.org/officeDocument/2006/relationships/notesSlide" Target="/ppt/notesSlides/notesSlide11.xml" Id="R8da4fba7aadb4a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46B748-057E-41D7-B182-513B075C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图像、视频与 Seedance 工作流教程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8AB7F-45FA-4A7E-A3AE-D2C16D49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0"/>
            <a:ext cx="609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覆盖九宫格、拆帧、视频节点、Seedance2、批量任务、历史版本和成片审阅。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E9B94-9DA6-4F04-B732-75667A23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基于 12 个 P0 教程视频、4380 张 2s 帧和 2672 条音频证据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8F139-2DB9-4370-B489-D6A38962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1050"/>
            <a:ext cx="4838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7377f17ab4158"/>
          <a:stretch xmlns:a="http://schemas.openxmlformats.org/drawingml/2006/main"/>
        </p:blipFill>
        <p:spPr>
          <a:xfrm xmlns:a="http://schemas.openxmlformats.org/drawingml/2006/main">
            <a:off x="7029450" y="1542778"/>
            <a:ext cx="4686300" cy="24770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E2C6F-77EB-4C89-BE13-251AF19B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F2D24-CA69-43F1-B553-FCA47902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AniShort Academy P0 深度教程包 | 20260701-134944</a:t>
            </a:r>
          </a:p>
        </p:txBody>
      </p:sp>
    </p:spTree>
    <p:extLst>
      <p:ext uri="{BB962C8B-B14F-4D97-AF65-F5344CB8AC3E}">
        <p14:creationId xmlns:p14="http://schemas.microsoft.com/office/powerpoint/2010/main" val="1287469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3159F-C2E6-453F-B31D-9B218E3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快速入门路径从分镜图直接进入视频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1372D-712D-4FCF-B0D5-887496B8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2717F-EBBE-4482-B581-DA3D5F7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短视频生产可以走最短路径。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B9261-EE42-45BD-ACB6-54411FCA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剧本生成分镜图。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分镜图作为视频参考。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视频生成后进入剪辑和审阅。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2F3D9-D397-4972-8CFB-9B797730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259E4-9B35-4AA0-8C67-D7E6C879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快速路径适合教学和新手引导。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95FA6-EC93-42E5-9D61-DA2FFD46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3ad017c9c4a22"/>
          <a:stretch xmlns:a="http://schemas.openxmlformats.org/drawingml/2006/main"/>
        </p:blipFill>
        <p:spPr>
          <a:xfrm xmlns:a="http://schemas.openxmlformats.org/drawingml/2006/main">
            <a:off x="6667500" y="1633112"/>
            <a:ext cx="5048250" cy="2677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9D6CA-671B-48CD-BD86-52CD0A30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AI短距快速入门。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FCF5A-6D4B-4E3D-8157-2A036338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6044D-C271-46E4-9814-530AB4A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15362-A333-4296-B979-B53DDC78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证据：P0-5 AI短剧快速入门 00:00:00-00:00:04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2550C-A633-4189-8980-1C4554DC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1007971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29BA2E-BE4C-46D0-9B34-8FDAF4E9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九宫格既可以直接给视频模型，也可以拆帧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989EA-2540-4D75-9504-DCAFACF0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7F913-5B0B-4609-97E7-34C3AEFD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这两种路径服务不同控制需求。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00103-14AB-42AC-9230-87A4550B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直接图生视频速度更快。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拆帧后逐段生成控制更细。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拆出的单帧可成为首帧或参考图。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A09F5-2974-42D5-9C8B-C3BB929E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15D23-D6B4-4D83-89CB-0590577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实现上需要九宫格提取命令和帧节点创建。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D4A7B-6119-4515-8301-E6DD3B56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8cd8f2b004e03"/>
          <a:stretch xmlns:a="http://schemas.openxmlformats.org/drawingml/2006/main"/>
        </p:blipFill>
        <p:spPr>
          <a:xfrm xmlns:a="http://schemas.openxmlformats.org/drawingml/2006/main">
            <a:off x="6667500" y="1633112"/>
            <a:ext cx="5048250" cy="2677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D4CB9-5B08-4A79-9C5D-F11D6CDD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点击创建主体。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6D441-8D5A-4481-9E0E-6256BBA3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B69A4-947D-49A8-9600-18A81627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EA50F-DA05-473F-AAAC-1D861D49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证据：P0-5 AI短剧快速入门 00:01:00-00:01:02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49585-10C9-4A73-BC79-5102863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1575764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DA579-3C6B-451C-BD8C-059D0D8B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Seedance2/AnnieVideo2 是视频生成推荐模型之一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6E641-340A-438F-9C39-3D5DE9DB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EDBEC-BB99-48C5-9B38-1BC56DC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教程强调使用最新视频模型制作短片。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C9C55-56B7-40A3-B60D-F937EF41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支持图生视频。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强调音画同步能力。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适合从主体和分镜进入视频生产。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C4B8C-F143-47AF-A833-A32F20AD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9DD05-23BF-4BEE-9D08-41997A60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模型配置要记录能力、输入类型、比例和成本。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1D4EC-CE49-41F6-9AE2-43E3CBFB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50c922ed2422f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797E2-E098-4337-BC20-E87DE6FE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這一期我們講解一下利用AnnieShort最新上線的視頻模型AnnieVideo 2.0來製作一集小影片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94D5E-A79F-44A1-BB9C-7DD4A4C6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960D4-E23E-478B-BEE7-3AA44A1D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1393D-2506-4BA9-BBA2-189E856C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证据：P0-6 Seedance2.0全流程讲解 00:00:00-00:00:06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41F01-B94D-41D7-B370-B3FA621C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7573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7348BF-8DD6-4ED7-AED0-DFDC3B0E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Seedance 全流程仍从文本和主体开始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8FA34-8EA7-4805-87E9-51F1AD16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8055E-FA3E-421B-A620-E4488048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视频模型不是孤立入口。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0267B-5B22-4367-BE0F-1EB8E669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文本节点提供故事上下文。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主体提取生成角色、场景、道具。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分镜图作为视频参考输入。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F5447-AD1B-4342-98E9-E79F5425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8CA9F-F687-4897-9C65-FCF22FD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模型网关要能接收上游结构化上下文。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AFF7B-E405-4891-AE1E-76FB219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f09c06ac54cb8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382D7-C79C-450D-9FDA-1F440DE5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選中劇本節點,在上方有四個命令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B051C-1C6C-4A55-B999-057729DD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3D6B6-9F1A-4DF0-ADB5-ECE28B2A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CBB1F-7023-4E5A-BB5F-2BFA9240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证据：P0-6 Seedance2.0全流程讲解 00:00:57-00:01:00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5FF57-9C90-4B8D-BF7B-704FA930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247047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04307-B774-462B-A7F8-6D5EF64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网格分镜图可以直接作为视频参考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462FC-485D-4291-B777-0E80BDE1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83507-1C57-42BD-B0CB-E491517B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这是从分镜到视频的关键加速点。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ADF1E-928F-4FAC-BB69-D518F4C2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分镜图承载连续画面信息。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视频节点读取参考图和提示词。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不支持的模型要提示兼容性。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70496-D08E-43EF-92DB-403ECA6C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75C72-10D7-4DA3-861B-84B4C428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E2E 要测九宫格 -&gt; 视频提交。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34215-D424-4C41-B0AD-8E0FE927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5dcdd11bc48fb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4A5DD-8E91-4D6E-923C-9248CC9D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查看生成結果,這裡同樣也是可以在編輯的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3AD3F-4616-40AE-B6F4-56C83AEA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191CE-6474-4365-8488-FB4C5AA6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FE462-021A-49B1-B585-526F66C8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证据：P0-6 Seedance2.0全流程讲解 00:03:31-00:03:34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E4B86-D486-497F-8474-7272659B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174847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337623-50F3-44C1-85C2-21B5D378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视频比例由视频节点参数决定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9CEFD-4292-4BD0-B4A8-C1BAAEE9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EF1C7-F447-4334-9847-F4EC87B8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前面的图像比例不一定决定最终视频比例。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77A2B-1DC9-49F0-A916-088FE293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视频节点需要独立 aspectRatio。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主体会在视频生成时再次引用。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角色主体质量影响最终视频稳定性。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98E72-EE7A-4DF7-A84E-233BE11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B2749-0BD9-4761-AE9A-04C8AAB6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不要把图片节点比例硬传为视频比例。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DE78-789F-4BEA-8F5D-CF2B1781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bc6491f3d497c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75D29-4C51-4983-ADC7-AC3CAEE3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在拼上生成过程中,我们可以去把新建一个画布,把第二集演示一下,Ctrl+C,然后到这里我们新建一个画布。这个也可以命名为第二集。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7BD92-E9A0-4930-AD00-0932254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D0F6E-59C2-4534-9C2B-7930632D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F2E1E-B8E6-4CFA-8B7E-26385DF4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证据：P0-2 AniShort最新工作流 00:19:59-00:20:07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A5433-5F45-4772-90EB-4E44D961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1664323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12142A-D5CD-4C52-BBA8-5FB3E1CB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批量视频生成需要成本和队列控制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D3183-B4EE-4CEE-AF00-91797C42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F592A-7AA0-4DB2-B8A2-0BA917AC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批量生产会带来积分和失败恢复问题。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24FF8-8B18-4DF1-B0BE-4A8CF62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提交前展示预计消耗。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支持暂停、停止、重试。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单个失败不阻断整个批次。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17083-5404-4056-954C-34AB207F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B5296-9FF4-40F8-8FE0-F0AC99DC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停止后不能继续扣费。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A7E8F-EAAA-4BB5-8DB9-A0978935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d7f5fd56f4005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78D4A-6E6B-452F-8BF9-AA6BDF88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这里再讲个小功能,经常有用户的话,在这个过程中会去换它的主体。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6FEA1-7BDC-44EF-A07C-8FD21538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AB3B9-E475-44E9-86A9-57A9ED41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1449D-997E-4092-9C67-165B9070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证据：P0-2 AniShort最新工作流 00:24:59-00:25:04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03759-A86C-4688-B403-AAB75637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540969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ED7089-C006-4322-81BC-3676C671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历史版本用于比较和回退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485A2-4C3A-4C5D-A1C2-802EB43A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1B020-A098-4BEE-90A9-D2FB09AE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视频提交和修改都要保留版本。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81D05-83E4-4C00-9C5A-329B5F26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后续修改会形成不同版本号。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版本可用于对比和审阅。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历史素材可进入资源管理器。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7C6FF-3C04-41EC-8A2D-32B21C84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9155C-A6DB-4E29-80B4-3841A59B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成片审阅不能只保存最终文件。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3CEE7-314D-4134-861D-4142481B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9f7f081ed413c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B9F06-F3CE-44F8-907E-66608D30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從劇本創作到視頻輸出,整個過程基本就是這樣的一個結構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2A7FD-7D81-4880-AD4D-B1ED830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91713-2EBD-44BC-B29D-8493EA9A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DFA62-6C0D-44FF-9908-6A3D7CEB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证据：P0-6 Seedance2.0全流程讲解 00:05:57-00:06:02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07E6A-A4E1-49E8-BF29-5003F8F4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505859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4BCF8-E0BB-429B-B73C-BB747B6E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剪辑预览和成片审阅是生产闭环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AB00C-C99D-481D-B559-5F17E6D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D2B04-B5B9-4132-84D3-ECFAD62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视频生成结束后还需要进入后期流程。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3AA93-3EDF-41B3-877C-D527301E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视频片段进入剪辑预览。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成片审阅记录通过或修改。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下载前需要有最终版本。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96344-3860-4724-B929-50FE916F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C2CB1-8062-4E02-A29C-2A79FBB0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Phase 10/11 是核心路径，不是可选增强。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F49D0-3177-4015-9079-E87EAA83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6cc7492f2424c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EDB27-8734-452E-86AB-85DC8DF8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节点已经创建完成了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F4C72-E84D-4F50-99FF-86FCF5B7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B4B1E-9441-48AB-92F0-530C82AD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BC4FF-C083-41FA-8EC3-073A642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 基础短剧工作流 00:42:59-00:43:00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0514F-A69F-4855-95A1-9B34469B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4195378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284AD-933A-459F-B06A-4C81AD2A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图像视频阶段的验收要检查任务全生命周期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B377E-E3E6-4ECE-A7C1-6097731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6B050-3544-4CD8-9637-DA756A60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生成成功只是一个状态。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01C12-3C83-4683-8014-F09F261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提交前参数校验。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任务排队、执行、失败、重试。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历史记录、提示词、节点定位。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批量任务停止和积分处理。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315A0-CA7D-4BC6-966E-F0A20543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2C633-7E9A-47D2-86C2-E60DEE8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Phase 5/7 要同时覆盖模型网关和画布回写。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80F29-856E-490C-9A08-0BEA27B8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6984ed7074b83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25768-000C-4C3F-8D80-DC237270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这里同样可以整组执行,一起生成。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984FB-5709-4934-B93B-D681C209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2368C-FDBA-4CD5-AB1F-4C230C91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 图像视频生成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0AC66-720E-4D47-9B25-963C6D0B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证据：P0-9 分镜制作解析 00:04:08-00:04:15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C17FC-77A1-43C1-A7FD-730234D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137124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2026-07-01T08:22:26.9260000Z</dcterms:created>
  <dcterms:modified xsi:type="dcterms:W3CDTF">2026-07-01T08:22:26.9260000Z</dcterms:modified>
</coreProperties>
</file>