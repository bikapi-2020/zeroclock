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42a199b0a49fa" /><Relationship Type="http://schemas.openxmlformats.org/officeDocument/2006/relationships/extended-properties" Target="/docProps/app.xml" Id="R89443e6e2f8e4886" /><Relationship Type="http://schemas.openxmlformats.org/officeDocument/2006/relationships/officeDocument" Target="/ppt/presentation.xml" Id="Rdfb5641edce9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be0ad52854682"/>
  </p:sldMasterIdLst>
  <p:notesMasterIdLst>
    <p:notesMasterId xmlns:r="http://schemas.openxmlformats.org/officeDocument/2006/relationships" r:id="Rfc71a56687ce483c"/>
  </p:notesMasterIdLst>
  <p:sldIdLst>
    <p:sldId xmlns:r="http://schemas.openxmlformats.org/officeDocument/2006/relationships" id="256" r:id="Rf9acfbb96ce449db"/>
    <p:sldId xmlns:r="http://schemas.openxmlformats.org/officeDocument/2006/relationships" id="257" r:id="R4967c65ffff849b2"/>
    <p:sldId xmlns:r="http://schemas.openxmlformats.org/officeDocument/2006/relationships" id="258" r:id="R7306be67e58246f2"/>
    <p:sldId xmlns:r="http://schemas.openxmlformats.org/officeDocument/2006/relationships" id="259" r:id="Rd11673b0fb3849a2"/>
    <p:sldId xmlns:r="http://schemas.openxmlformats.org/officeDocument/2006/relationships" id="260" r:id="Rb557dcf787624867"/>
    <p:sldId xmlns:r="http://schemas.openxmlformats.org/officeDocument/2006/relationships" id="261" r:id="R7ccb0e4157614c4c"/>
    <p:sldId xmlns:r="http://schemas.openxmlformats.org/officeDocument/2006/relationships" id="262" r:id="Rd313c13d9af34bcd"/>
    <p:sldId xmlns:r="http://schemas.openxmlformats.org/officeDocument/2006/relationships" id="263" r:id="R435f789a0f0146e2"/>
    <p:sldId xmlns:r="http://schemas.openxmlformats.org/officeDocument/2006/relationships" id="264" r:id="R4555215021d5403f"/>
    <p:sldId xmlns:r="http://schemas.openxmlformats.org/officeDocument/2006/relationships" id="265" r:id="Re35bb9e866aa4adc"/>
    <p:sldId xmlns:r="http://schemas.openxmlformats.org/officeDocument/2006/relationships" id="266" r:id="R98a4f83ef9c3443e"/>
    <p:sldId xmlns:r="http://schemas.openxmlformats.org/officeDocument/2006/relationships" id="267" r:id="Rbf6f97ec31b84b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eae363e734146" /><Relationship Type="http://schemas.openxmlformats.org/officeDocument/2006/relationships/slideMaster" Target="/ppt/slideMasters/slideMaster1.xml" Id="Rc82be0ad52854682" /><Relationship Type="http://schemas.openxmlformats.org/officeDocument/2006/relationships/notesMaster" Target="/ppt/notesMasters/notesMaster1.xml" Id="Rfc71a56687ce483c" /><Relationship Type="http://schemas.openxmlformats.org/officeDocument/2006/relationships/presProps" Target="/ppt/presProps.xml" Id="R4c4554d17d094c53" /><Relationship Type="http://schemas.openxmlformats.org/officeDocument/2006/relationships/tableStyles" Target="/ppt/tableStyles.xml" Id="Rbe3e7730065b41fd" /><Relationship Type="http://schemas.openxmlformats.org/officeDocument/2006/relationships/slide" Target="/ppt/slides/slide1.xml" Id="Rf9acfbb96ce449db" /><Relationship Type="http://schemas.openxmlformats.org/officeDocument/2006/relationships/slide" Target="/ppt/slides/slide2.xml" Id="R4967c65ffff849b2" /><Relationship Type="http://schemas.openxmlformats.org/officeDocument/2006/relationships/slide" Target="/ppt/slides/slide3.xml" Id="R7306be67e58246f2" /><Relationship Type="http://schemas.openxmlformats.org/officeDocument/2006/relationships/slide" Target="/ppt/slides/slide4.xml" Id="Rd11673b0fb3849a2" /><Relationship Type="http://schemas.openxmlformats.org/officeDocument/2006/relationships/slide" Target="/ppt/slides/slide5.xml" Id="Rb557dcf787624867" /><Relationship Type="http://schemas.openxmlformats.org/officeDocument/2006/relationships/slide" Target="/ppt/slides/slide6.xml" Id="R7ccb0e4157614c4c" /><Relationship Type="http://schemas.openxmlformats.org/officeDocument/2006/relationships/slide" Target="/ppt/slides/slide7.xml" Id="Rd313c13d9af34bcd" /><Relationship Type="http://schemas.openxmlformats.org/officeDocument/2006/relationships/slide" Target="/ppt/slides/slide8.xml" Id="R435f789a0f0146e2" /><Relationship Type="http://schemas.openxmlformats.org/officeDocument/2006/relationships/slide" Target="/ppt/slides/slide9.xml" Id="R4555215021d5403f" /><Relationship Type="http://schemas.openxmlformats.org/officeDocument/2006/relationships/slide" Target="/ppt/slides/slide10.xml" Id="Re35bb9e866aa4adc" /><Relationship Type="http://schemas.openxmlformats.org/officeDocument/2006/relationships/slide" Target="/ppt/slides/slide11.xml" Id="R98a4f83ef9c3443e" /><Relationship Type="http://schemas.openxmlformats.org/officeDocument/2006/relationships/slide" Target="/ppt/slides/slide12.xml" Id="Rbf6f97ec31b8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519d174c9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55c08b2898464b" /><Relationship Type="http://schemas.openxmlformats.org/officeDocument/2006/relationships/notesMaster" Target="/ppt/notesMasters/notesMaster1.xml" Id="R07316325552e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b05012c994d4e" /><Relationship Type="http://schemas.openxmlformats.org/officeDocument/2006/relationships/notesMaster" Target="/ppt/notesMasters/notesMaster1.xml" Id="R71aced7ac74e40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dfdb0bf2c4ecb" /><Relationship Type="http://schemas.openxmlformats.org/officeDocument/2006/relationships/notesMaster" Target="/ppt/notesMasters/notesMaster1.xml" Id="R8928d4dd08ae45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b7f1854c554e37" /><Relationship Type="http://schemas.openxmlformats.org/officeDocument/2006/relationships/notesMaster" Target="/ppt/notesMasters/notesMaster1.xml" Id="R8bfc2510fd52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de548d64e04f33" /><Relationship Type="http://schemas.openxmlformats.org/officeDocument/2006/relationships/notesMaster" Target="/ppt/notesMasters/notesMaster1.xml" Id="R7ca0d35532094d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91929cd2e545a7" /><Relationship Type="http://schemas.openxmlformats.org/officeDocument/2006/relationships/notesMaster" Target="/ppt/notesMasters/notesMaster1.xml" Id="R6e2c628046ff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59e1db908e4fdd" /><Relationship Type="http://schemas.openxmlformats.org/officeDocument/2006/relationships/notesMaster" Target="/ppt/notesMasters/notesMaster1.xml" Id="R327913e265d348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4cb318f8654538" /><Relationship Type="http://schemas.openxmlformats.org/officeDocument/2006/relationships/notesMaster" Target="/ppt/notesMasters/notesMaster1.xml" Id="Rc96c7889b33c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79ff0eb266450f" /><Relationship Type="http://schemas.openxmlformats.org/officeDocument/2006/relationships/notesMaster" Target="/ppt/notesMasters/notesMaster1.xml" Id="Rbd75580e8fd64e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b372f3b948497c" /><Relationship Type="http://schemas.openxmlformats.org/officeDocument/2006/relationships/notesMaster" Target="/ppt/notesMasters/notesMaster1.xml" Id="R95a844672521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3133fd650441d2" /><Relationship Type="http://schemas.openxmlformats.org/officeDocument/2006/relationships/notesMaster" Target="/ppt/notesMasters/notesMaster1.xml" Id="R8c6ddb76d3ea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5c65b3be7b4319" /><Relationship Type="http://schemas.openxmlformats.org/officeDocument/2006/relationships/notesMaster" Target="/ppt/notesMasters/notesMaster1.xml" Id="R6959d98663474f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bc31c8800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5015601b14906" /><Relationship Type="http://schemas.openxmlformats.org/officeDocument/2006/relationships/slideLayout" Target="/ppt/slideLayouts/slideLayout1.xml" Id="Rb34721a8fcdb4e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721a8fcdb4e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b0b13ed5c412e" /><Relationship Type="http://schemas.openxmlformats.org/officeDocument/2006/relationships/image" Target="/ppt/media/image.jpeg" Id="R80fd89dcb8c547ca" /><Relationship Type="http://schemas.openxmlformats.org/officeDocument/2006/relationships/notesSlide" Target="/ppt/notesSlides/notesSlide1.xml" Id="R2ed21adf706a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d8fb0855d4f15" /><Relationship Type="http://schemas.openxmlformats.org/officeDocument/2006/relationships/image" Target="/ppt/media/image2.jpeg" Id="R6a734e1e20964f18" /><Relationship Type="http://schemas.openxmlformats.org/officeDocument/2006/relationships/notesSlide" Target="/ppt/notesSlides/notesSlide2.xml" Id="R6f3064339b62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70b0701864de1" /><Relationship Type="http://schemas.openxmlformats.org/officeDocument/2006/relationships/image" Target="/ppt/media/image3.jpeg" Id="R67a9078d54404fa6" /><Relationship Type="http://schemas.openxmlformats.org/officeDocument/2006/relationships/notesSlide" Target="/ppt/notesSlides/notesSlide3.xml" Id="R60fd64d62a13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c188bf42b4f56" /><Relationship Type="http://schemas.openxmlformats.org/officeDocument/2006/relationships/image" Target="/ppt/media/image4.jpeg" Id="R982d38799f1a459c" /><Relationship Type="http://schemas.openxmlformats.org/officeDocument/2006/relationships/notesSlide" Target="/ppt/notesSlides/notesSlide4.xml" Id="R9d2602f0d65f40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9fe66bf9e4b99" /><Relationship Type="http://schemas.openxmlformats.org/officeDocument/2006/relationships/image" Target="/ppt/media/image5.jpeg" Id="Rbcfe0dc076d3448f" /><Relationship Type="http://schemas.openxmlformats.org/officeDocument/2006/relationships/notesSlide" Target="/ppt/notesSlides/notesSlide5.xml" Id="R1ee4039991974a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d80595d154311" /><Relationship Type="http://schemas.openxmlformats.org/officeDocument/2006/relationships/image" Target="/ppt/media/image6.jpeg" Id="Rbbf40715e6ff40f8" /><Relationship Type="http://schemas.openxmlformats.org/officeDocument/2006/relationships/notesSlide" Target="/ppt/notesSlides/notesSlide6.xml" Id="Ra61904e3492a40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5a4e4a9d4489" /><Relationship Type="http://schemas.openxmlformats.org/officeDocument/2006/relationships/image" Target="/ppt/media/image7.jpeg" Id="R6d8be44699064cdc" /><Relationship Type="http://schemas.openxmlformats.org/officeDocument/2006/relationships/notesSlide" Target="/ppt/notesSlides/notesSlide7.xml" Id="R6133c904f5ad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ca4331b6543ff" /><Relationship Type="http://schemas.openxmlformats.org/officeDocument/2006/relationships/image" Target="/ppt/media/image8.jpeg" Id="R6685806984b84fc1" /><Relationship Type="http://schemas.openxmlformats.org/officeDocument/2006/relationships/notesSlide" Target="/ppt/notesSlides/notesSlide8.xml" Id="Rd1698e4ef78f4c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005b10b7a415a" /><Relationship Type="http://schemas.openxmlformats.org/officeDocument/2006/relationships/image" Target="/ppt/media/image9.jpeg" Id="Rc335336b58c4435b" /><Relationship Type="http://schemas.openxmlformats.org/officeDocument/2006/relationships/notesSlide" Target="/ppt/notesSlides/notesSlide9.xml" Id="Rfd6cbac8162a4d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1ecaa7c14251" /><Relationship Type="http://schemas.openxmlformats.org/officeDocument/2006/relationships/image" Target="/ppt/media/image10.jpeg" Id="Rd1b7739c2c374b18" /><Relationship Type="http://schemas.openxmlformats.org/officeDocument/2006/relationships/notesSlide" Target="/ppt/notesSlides/notesSlide10.xml" Id="Rd681996971fd41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36861e3034c7e" /><Relationship Type="http://schemas.openxmlformats.org/officeDocument/2006/relationships/image" Target="/ppt/media/image11.jpeg" Id="R68bb4f94d91146df" /><Relationship Type="http://schemas.openxmlformats.org/officeDocument/2006/relationships/notesSlide" Target="/ppt/notesSlides/notesSlide11.xml" Id="R05494c2cfb0c4b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02ee8a1594f0e" /><Relationship Type="http://schemas.openxmlformats.org/officeDocument/2006/relationships/image" Target="/ppt/media/image12.jpeg" Id="R681a7aa2fcd24541" /><Relationship Type="http://schemas.openxmlformats.org/officeDocument/2006/relationships/notesSlide" Target="/ppt/notesSlides/notesSlide12.xml" Id="R3a4196d947fb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F5D34-2F42-44EB-B1DE-48BCDFC6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个人版、团队版与协作教程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83DF5-4525-46B5-8C81-89911154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覆盖个人/团队上下文、积分、邀请审批、团队项目权限、素材存储和配额失败。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6411-9011-4BEF-B4E9-3C16BC70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基于 12 个 P0 教程视频、4380 张 2s 帧和 2672 条音频证据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2FCA-97E9-4230-80D3-9012264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838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d89dcb8c547ca"/>
          <a:stretch xmlns:a="http://schemas.openxmlformats.org/drawingml/2006/main"/>
        </p:blipFill>
        <p:spPr>
          <a:xfrm xmlns:a="http://schemas.openxmlformats.org/drawingml/2006/main">
            <a:off x="7029450" y="1609725"/>
            <a:ext cx="4686300" cy="2343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A8DF3-7181-4DFC-BAEB-5F4BCEC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7E4AD-9681-410B-BB65-6517E06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AniShort Academy P0 深度教程包 | 20260701-134944</a:t>
            </a:r>
          </a:p>
        </p:txBody>
      </p:sp>
    </p:spTree>
    <p:extLst>
      <p:ext uri="{BB962C8B-B14F-4D97-AF65-F5344CB8AC3E}">
        <p14:creationId xmlns:p14="http://schemas.microsoft.com/office/powerpoint/2010/main" val="895974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E41C3-C3A3-49B3-83AF-B93BCD55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同一账号可以拥有个人和团队空间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DA921-B5B9-45ED-AB0F-E71643A2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2BF7-688B-4D15-88AA-388FF6A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团队不是另一套登录账号。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1B46-66A5-4C89-BF21-6961411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用户在个人和团队上下文之间切换。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同一用户可创建或加入多个团队。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项目归属于当前上下文。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F2D70-6211-4F1E-B2E6-986E91B7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C1E5D-A8C9-4BF1-85C6-E092A7FE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数据模型要支持 workspaceContext。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31CA0-0425-427D-9D79-213841E7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34e1e20964f18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B1BD-4B9A-4243-8CB6-DF825D8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今天我們介紹下 Any Short 的重要更新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70773-3505-4FDB-996D-1DD6AC2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98980-3F7F-48CD-B7E2-E3516980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0655A-E553-4CD6-AB54-217A3AE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00:00:00-00:00:02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B31A8-3E0E-4962-9397-2618635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36661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C8F7D-5FD8-49A8-82E7-70E2C404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个人积分和团队积分必须隔离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18062-F8AC-4D71-A603-B6038D15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65A02-A580-4DD5-8910-418FFA0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充值、消耗和管理都不是一套账。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9221D-B53A-4B11-9860-5B3157AC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个人项目消耗个人积分。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团队项目消耗团队额度。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团队余额由创建者管理。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2D84B-42B6-42BE-8693-1631143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90392-8002-4A81-A185-C55A2E7F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计费测试要覆盖跨上下文误扣。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77F53-F4FD-473E-A40F-CFF49C8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9078d54404fa6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C14B8-AC4B-47AA-B01E-BD4091E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文本、圖片、視頻模型都可使用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9EA2-21C4-4A81-A570-7E532E6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AFE6C-F063-48D3-AFC1-43EE3565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D3AEB-2CAA-460A-BD5B-76F834FB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00:00:24-00:00:27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61891-C4B8-4A94-A1B6-27A96C6E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498946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58F10-0E13-4609-8E9B-AF5C485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个人项目分享需要申请和批准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0382D-5409-4CD3-BA15-1A69CD5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1657-426A-4C1E-9585-83A6F905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链接只是申请入口。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0F107-A973-4957-A87D-42456A4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所有者复制分享链接。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接收者打开后发起协作申请。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所有者在协作管理批准。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C6197-5942-4A9E-9D66-26451C37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A32FC-A0C7-4168-90D5-AC93482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未批准前不能进入项目内容。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2895C-2308-4B71-8962-5E6E65E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38799f1a459c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7BF3C-ADD8-424B-A620-4A9B3C7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也可以通過鏈接加入他人項目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10004-2E21-4F76-B56B-2A20197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BF7F8-36AE-4BBC-9D2D-39D4BE1B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68957-9E53-4D7C-B706-7E546400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00:00:47-00:00:50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3241B-B5E7-46C8-A364-8BDFE9AC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322719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DEC41-6E87-4C98-B970-07118A7E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团队项目没有外部协作链接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DA546-1261-46DF-911A-AD97295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90AD3-0DFF-49EB-91F5-8BAB1741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团队项目权限完全基于成员关系。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64F90-9AAA-4D37-9EE3-D6C9EE3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只有团队成员可以查看团队项目。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团队成员可以编辑授权范围内项目。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非成员即使拿到地址也不能访问。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D9B7-8A4F-42C8-90A3-F39EC2B7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07CF7-1D68-4243-9C01-1D226636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团队权限不能复用个人分享逻辑。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C6A15-C4AD-4575-829A-E6004A5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e0dc076d3448f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DC3A8-FCC7-4754-AD87-F044EF7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幫我分享項目鏈接給他人後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AECFB-BE89-4E04-994E-4DEC0560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D6FB6-0A2A-41BF-B895-8615290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0F84C-8810-4C17-9995-8F7FCA8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00:01:14-00:01:16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A76C9-E937-4E77-A26B-B57455EC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648299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8D664-A59F-49F1-8BC3-2DD4180D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团队创建者和成员都能创建团队项目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E5629-9791-414F-A3E8-DE09EBD1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2E834-88E7-41C5-A77E-C6C0E3E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团队不仅是只读协作组。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14E89-FA11-4C5C-BE5E-AAD1B20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创建者可管理多个团队。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成员可加入多个团队。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成员也能在团队内创建项目。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82DB1-2C7E-44FB-ADF7-62F3C6E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762D-ABEE-41F7-AE0C-09CBDB9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项目创建接口要校验团队成员身份和额度。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97D06-08B4-4EE1-9465-4CC99B99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40715e6ff40f8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7024-813D-4C39-9866-AB0A97E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也可以退出協作他人的項目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19EE8-0E83-4FD4-8F5B-1F961FC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A1111-D5CB-4EF1-BF53-8E289BB5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BAE24-39AE-4009-BFE9-823D5B9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00:01:33-00:01:35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9C246-D8D1-4215-A3ED-F6DE90DB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86021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4CCA1-223C-4719-B161-CCD1088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团队管理页需要展示成员和余额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C721-9E68-444E-B2AE-6B238128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9E477-E6F3-4C8D-BF1A-6948C294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只有创建者拥有充值和管理入口。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BD5F6-0C6F-4020-B717-F30C6EEA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展示团队列表。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展示成员列表和余额。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创建者可充值、审批和分配额度。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243B-FB5E-42F1-A5EA-026C82D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1EFB1-D2F5-4158-A45F-D7F354A7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普通成员不应看到充值管理入口。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D4A0C-F2D3-481C-BBC8-A54797FA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be44699064cdc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F51D3-6E48-4AE0-8E2C-82505DD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需要說明的是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94274-5181-424E-B83E-EA35893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C5E9A-E576-48E2-BBA9-39F5A07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05055-9405-4766-B05D-91235CFC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00:02:00-00:02:01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EBE4D-5E4B-49BB-826D-2411AF9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919553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C4EA5-F5EA-401D-9312-A26FF45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邀请成员需要申请、通知和审批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230F3-7A28-44A7-A9C7-F5E4C82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FD004-91A6-49B0-BBA5-AC0746E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成员加入不是静默完成。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68E2F-E4B9-43CA-BA43-730D7FC2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创建者生成邀请链接。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成员通过链接申请加入。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通知中审批，通过后可分配积分或周期额度。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B83E3-3EB7-4DBE-908D-A65668B3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0CD4E-57A6-4E10-90C1-C5A09586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邀请链接、申请状态、审批结果都要持久化。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46F91-3738-4349-BB5E-D4FCEF5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5806984b84fc1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24BBD-04F1-4A52-8A5B-F029CC8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點開查看成員的加入申請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BDFBE-F2D6-4C06-BE49-6A9ED5F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0E054-924A-4730-AD1E-34765485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763C3-6688-4855-862C-8807B846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00:02:19-00:02:21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BE1E4-A2E7-4F0E-A6BB-5144C85E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985258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67921-4510-4EB4-BDA4-2DDDDB2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素材按生成者个人账号存储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543F2-E511-47A5-BCE0-7D385F03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92D49-1CF4-4A97-A38C-FB00117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项目归属和存储归属不是同一件事。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AFEA-65DB-4A39-BF8C-7B983045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谁生成的图片或视频，存在谁的个人账号下。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即使在团队项目中生成也一样。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团队项目需要能引用这些素材。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B59DE-420B-448B-8758-3C954401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A9242-3CFC-4A6C-853F-116A64DE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资源权限要处理个人存储和团队可见的交叉关系。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DA881-44DD-428F-9757-610B5EF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5336b58c4435b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46F0D-E6D3-4E04-8FBB-F266226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最後回到工作空間主頁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78C0A-91D1-458E-A102-9CB1623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6931F-4455-4407-B63D-CA00C5D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F3252-D43F-4508-AEF7-6485B3B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00:02:55-00:02:57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D1FE6-3184-4E07-85BE-41A595A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906444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D4039-05FD-4E41-B2BD-32B5BAE8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存储超额会影响生成和导出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BDBB0-A748-4364-9263-A691AFB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EF796-C7C6-4904-BB40-9F1EFD4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配额不是后台统计字段，而会影响生产流程。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CA9C8-44CF-4810-8BC1-C1822294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个人存储超额时生成可能失败。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导出也可能被阻断。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需要提示扩容、备份或清理。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E67FD-32C0-4FD2-8EDF-70424E1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4C450-0312-4275-8ABF-12930914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配额错误要明确指向生成者账号。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47EA6-7A65-44DA-A41D-4EF97E8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7739c2c374b18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F0F15-FE5E-4F9C-AB3E-FC2C860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不管您是在誰的項目中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AD8D1-879B-453B-9630-A49A51D9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45C88-1FD9-460B-AA6B-B927B1F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0325D-EC19-40ED-B8E2-9E0C056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00:03:03-00:03:05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7A7CF-3046-4CF5-AF88-FDDB63D5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200250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37829-1A5F-4C1A-A87E-310A554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画布锁定限制协作者编辑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E3FC1-24B1-4103-B561-ABD05B3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B0BF8-0360-426C-B376-112F7BC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协作权限还要落到画布编辑层。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98859-5491-4F66-AD87-F40126E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画布锁可防止他人编辑。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协作者头像显示在线参与者。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只读状态下仍可查看和复制。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DB969-ADAE-4B12-A112-AA264BE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C661-CBFD-47BA-9E44-4F7BD69E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保存接口必须校验锁状态。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1DA34-358A-4962-B4BA-82ACD05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b4f94d91146df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2B140-CB25-40B0-8C27-554650DD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继续看这下方的区域,在这个位,位置有一个四个方块,点开可以看到是我们的素材管理器的界面,这个界面会展示我们这个画布当中所有的图片视频素材,也可以切换查看其他画布,也可以全屏查看,这里面也可以通过滑块来控制素色图大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77F37-0570-433F-8C63-77805DB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AAAF6-AC5D-4025-9C09-7A12FAD9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C3EB9-9FAB-4414-A732-67A8EAE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证据：P0-3 画布工作区、节点介绍 00:04:22-00:04:41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DF703-DB7A-429F-9487-3198260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629927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9FAC9-2423-4343-8009-9544682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协作阶段验收要覆盖四类边界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9F1BE-F4D4-4A3B-9966-88EA4E8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63AD-754F-45CF-BC72-8BCFB2D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权限、计费、存储和通知都要一起测。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86B90-B666-402D-9E2A-80744EE3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个人分享申请和团队邀请审批。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个人积分和团队积分隔离。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成员、非成员、创建者权限差异。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生成者存储超额时的失败提示。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7B789-E013-4901-8810-ADA881BE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80C1-2217-49B8-BE01-C9DCB5D5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12 不通过，不能进入商业化上线。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86460-EACD-46A8-A46F-9A80CFEC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7aa2fcd24541"/>
          <a:stretch xmlns:a="http://schemas.openxmlformats.org/drawingml/2006/main"/>
        </p:blipFill>
        <p:spPr>
          <a:xfrm xmlns:a="http://schemas.openxmlformats.org/drawingml/2006/main">
            <a:off x="6667500" y="1709738"/>
            <a:ext cx="5048250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B3F9D-DB67-4E67-B057-6232A25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點開查看成員的加入申請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62145-5301-4CA4-814F-DF2C006C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3AEC4-CB31-46C3-880B-46B9153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 团队个人协作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30661-6051-426A-8352-3903494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证据：P0-12 个人版与团队版区别 00:02:19-00:02:21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9BC37-6766-486E-8064-6EDD3B3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049183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2026-07-01T08:22:28.0840000Z</dcterms:created>
  <dcterms:modified xsi:type="dcterms:W3CDTF">2026-07-01T08:22:28.0840000Z</dcterms:modified>
</coreProperties>
</file>