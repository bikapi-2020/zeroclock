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e567b8f1e34543" /><Relationship Type="http://schemas.openxmlformats.org/officeDocument/2006/relationships/extended-properties" Target="/docProps/app.xml" Id="R34fef1d1c3ce48c4" /><Relationship Type="http://schemas.openxmlformats.org/officeDocument/2006/relationships/officeDocument" Target="/ppt/presentation.xml" Id="Rcf0faebce551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d4408b6e4488e"/>
  </p:sldMasterIdLst>
  <p:notesMasterIdLst>
    <p:notesMasterId xmlns:r="http://schemas.openxmlformats.org/officeDocument/2006/relationships" r:id="R9d533f1515984875"/>
  </p:notesMasterIdLst>
  <p:sldIdLst>
    <p:sldId xmlns:r="http://schemas.openxmlformats.org/officeDocument/2006/relationships" id="256" r:id="R5260894164ac4b6b"/>
    <p:sldId xmlns:r="http://schemas.openxmlformats.org/officeDocument/2006/relationships" id="257" r:id="R64378f96718c45b7"/>
    <p:sldId xmlns:r="http://schemas.openxmlformats.org/officeDocument/2006/relationships" id="258" r:id="R93ed52b1430d40a3"/>
    <p:sldId xmlns:r="http://schemas.openxmlformats.org/officeDocument/2006/relationships" id="259" r:id="Re037e5a4cab843d4"/>
    <p:sldId xmlns:r="http://schemas.openxmlformats.org/officeDocument/2006/relationships" id="260" r:id="R34426b629b4a4366"/>
    <p:sldId xmlns:r="http://schemas.openxmlformats.org/officeDocument/2006/relationships" id="261" r:id="R5005edb835d54025"/>
    <p:sldId xmlns:r="http://schemas.openxmlformats.org/officeDocument/2006/relationships" id="262" r:id="R516858cfe0ae4117"/>
    <p:sldId xmlns:r="http://schemas.openxmlformats.org/officeDocument/2006/relationships" id="263" r:id="R3b61a61fc63c4ba5"/>
    <p:sldId xmlns:r="http://schemas.openxmlformats.org/officeDocument/2006/relationships" id="264" r:id="R799734babf52497a"/>
    <p:sldId xmlns:r="http://schemas.openxmlformats.org/officeDocument/2006/relationships" id="265" r:id="Rf085269dd25b4afd"/>
    <p:sldId xmlns:r="http://schemas.openxmlformats.org/officeDocument/2006/relationships" id="266" r:id="R36c1132790444dd8"/>
    <p:sldId xmlns:r="http://schemas.openxmlformats.org/officeDocument/2006/relationships" id="267" r:id="R68253c827b9f4d0f"/>
    <p:sldId xmlns:r="http://schemas.openxmlformats.org/officeDocument/2006/relationships" id="268" r:id="R811aa4bd7b724bb2"/>
    <p:sldId xmlns:r="http://schemas.openxmlformats.org/officeDocument/2006/relationships" id="269" r:id="Ra0ef241974a04dfe"/>
    <p:sldId xmlns:r="http://schemas.openxmlformats.org/officeDocument/2006/relationships" id="270" r:id="Rac9c504b0fca4d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b39120f1f4eb4" /><Relationship Type="http://schemas.openxmlformats.org/officeDocument/2006/relationships/slideMaster" Target="/ppt/slideMasters/slideMaster1.xml" Id="R082d4408b6e4488e" /><Relationship Type="http://schemas.openxmlformats.org/officeDocument/2006/relationships/notesMaster" Target="/ppt/notesMasters/notesMaster1.xml" Id="R9d533f1515984875" /><Relationship Type="http://schemas.openxmlformats.org/officeDocument/2006/relationships/presProps" Target="/ppt/presProps.xml" Id="R59ee517d19334523" /><Relationship Type="http://schemas.openxmlformats.org/officeDocument/2006/relationships/tableStyles" Target="/ppt/tableStyles.xml" Id="R7a1506f4d3dc43c9" /><Relationship Type="http://schemas.openxmlformats.org/officeDocument/2006/relationships/slide" Target="/ppt/slides/slide1.xml" Id="R5260894164ac4b6b" /><Relationship Type="http://schemas.openxmlformats.org/officeDocument/2006/relationships/slide" Target="/ppt/slides/slide2.xml" Id="R64378f96718c45b7" /><Relationship Type="http://schemas.openxmlformats.org/officeDocument/2006/relationships/slide" Target="/ppt/slides/slide3.xml" Id="R93ed52b1430d40a3" /><Relationship Type="http://schemas.openxmlformats.org/officeDocument/2006/relationships/slide" Target="/ppt/slides/slide4.xml" Id="Re037e5a4cab843d4" /><Relationship Type="http://schemas.openxmlformats.org/officeDocument/2006/relationships/slide" Target="/ppt/slides/slide5.xml" Id="R34426b629b4a4366" /><Relationship Type="http://schemas.openxmlformats.org/officeDocument/2006/relationships/slide" Target="/ppt/slides/slide6.xml" Id="R5005edb835d54025" /><Relationship Type="http://schemas.openxmlformats.org/officeDocument/2006/relationships/slide" Target="/ppt/slides/slide7.xml" Id="R516858cfe0ae4117" /><Relationship Type="http://schemas.openxmlformats.org/officeDocument/2006/relationships/slide" Target="/ppt/slides/slide8.xml" Id="R3b61a61fc63c4ba5" /><Relationship Type="http://schemas.openxmlformats.org/officeDocument/2006/relationships/slide" Target="/ppt/slides/slide9.xml" Id="R799734babf52497a" /><Relationship Type="http://schemas.openxmlformats.org/officeDocument/2006/relationships/slide" Target="/ppt/slides/slide10.xml" Id="Rf085269dd25b4afd" /><Relationship Type="http://schemas.openxmlformats.org/officeDocument/2006/relationships/slide" Target="/ppt/slides/slide11.xml" Id="R36c1132790444dd8" /><Relationship Type="http://schemas.openxmlformats.org/officeDocument/2006/relationships/slide" Target="/ppt/slides/slide12.xml" Id="R68253c827b9f4d0f" /><Relationship Type="http://schemas.openxmlformats.org/officeDocument/2006/relationships/slide" Target="/ppt/slides/slide13.xml" Id="R811aa4bd7b724bb2" /><Relationship Type="http://schemas.openxmlformats.org/officeDocument/2006/relationships/slide" Target="/ppt/slides/slide14.xml" Id="Ra0ef241974a04dfe" /><Relationship Type="http://schemas.openxmlformats.org/officeDocument/2006/relationships/slide" Target="/ppt/slides/slide15.xml" Id="Rac9c504b0fca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ca4b32352d40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a1d365ad044e5" /><Relationship Type="http://schemas.openxmlformats.org/officeDocument/2006/relationships/notesMaster" Target="/ppt/notesMasters/notesMaster1.xml" Id="R927e1c88336f43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c9b0fde3f64cf1" /><Relationship Type="http://schemas.openxmlformats.org/officeDocument/2006/relationships/notesMaster" Target="/ppt/notesMasters/notesMaster1.xml" Id="Raf9d5399342b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a381fbff16402c" /><Relationship Type="http://schemas.openxmlformats.org/officeDocument/2006/relationships/notesMaster" Target="/ppt/notesMasters/notesMaster1.xml" Id="R39d3e6cf35ef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c1c44536c4825" /><Relationship Type="http://schemas.openxmlformats.org/officeDocument/2006/relationships/notesMaster" Target="/ppt/notesMasters/notesMaster1.xml" Id="R7324d0301c13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47020042884753" /><Relationship Type="http://schemas.openxmlformats.org/officeDocument/2006/relationships/notesMaster" Target="/ppt/notesMasters/notesMaster1.xml" Id="R259cc082ce0948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1db17a5a4a4c49" /><Relationship Type="http://schemas.openxmlformats.org/officeDocument/2006/relationships/notesMaster" Target="/ppt/notesMasters/notesMaster1.xml" Id="Rfc7af9bbde3d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9349e2661148f8" /><Relationship Type="http://schemas.openxmlformats.org/officeDocument/2006/relationships/notesMaster" Target="/ppt/notesMasters/notesMaster1.xml" Id="R3d5838c69c5f48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a33958cf3d48b7" /><Relationship Type="http://schemas.openxmlformats.org/officeDocument/2006/relationships/notesMaster" Target="/ppt/notesMasters/notesMaster1.xml" Id="Rf9868971f11d4b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9a16a533ce4c82" /><Relationship Type="http://schemas.openxmlformats.org/officeDocument/2006/relationships/notesMaster" Target="/ppt/notesMasters/notesMaster1.xml" Id="R5cc2d0dabce1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54494f54e84d01" /><Relationship Type="http://schemas.openxmlformats.org/officeDocument/2006/relationships/notesMaster" Target="/ppt/notesMasters/notesMaster1.xml" Id="Rb0abcc4f6ccf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6c3d95200847a6" /><Relationship Type="http://schemas.openxmlformats.org/officeDocument/2006/relationships/notesMaster" Target="/ppt/notesMasters/notesMaster1.xml" Id="Rb4ad0cd750f440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8dd52cb74e41af" /><Relationship Type="http://schemas.openxmlformats.org/officeDocument/2006/relationships/notesMaster" Target="/ppt/notesMasters/notesMaster1.xml" Id="R9419dbf5f8b248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64bbe9a1b54626" /><Relationship Type="http://schemas.openxmlformats.org/officeDocument/2006/relationships/notesMaster" Target="/ppt/notesMasters/notesMaster1.xml" Id="R0f8877fad80a4f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afd1ea8c9b492e" /><Relationship Type="http://schemas.openxmlformats.org/officeDocument/2006/relationships/notesMaster" Target="/ppt/notesMasters/notesMaster1.xml" Id="R71077932f44141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2a979ea1a548b5" /><Relationship Type="http://schemas.openxmlformats.org/officeDocument/2006/relationships/notesMaster" Target="/ppt/notesMasters/notesMaster1.xml" Id="R82f798a9d3ec49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7b18b280648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1d98e6861468d" /><Relationship Type="http://schemas.openxmlformats.org/officeDocument/2006/relationships/slideLayout" Target="/ppt/slideLayouts/slideLayout1.xml" Id="Re59c2da27780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c2da27780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9987588c44cd" /><Relationship Type="http://schemas.openxmlformats.org/officeDocument/2006/relationships/image" Target="/ppt/media/image.jpeg" Id="R8980ec44dd534c3d" /><Relationship Type="http://schemas.openxmlformats.org/officeDocument/2006/relationships/notesSlide" Target="/ppt/notesSlides/notesSlide1.xml" Id="R7d39eae7b04f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7e939b4344a3b" /><Relationship Type="http://schemas.openxmlformats.org/officeDocument/2006/relationships/image" Target="/ppt/media/image2.jpeg" Id="R55172a3386e346ac" /><Relationship Type="http://schemas.openxmlformats.org/officeDocument/2006/relationships/notesSlide" Target="/ppt/notesSlides/notesSlide2.xml" Id="R370ce278b07a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fc95602304e03" /><Relationship Type="http://schemas.openxmlformats.org/officeDocument/2006/relationships/image" Target="/ppt/media/image3.jpeg" Id="R861b8663057644a0" /><Relationship Type="http://schemas.openxmlformats.org/officeDocument/2006/relationships/image" Target="/ppt/media/image4.jpeg" Id="Racd2ebf84ec34381" /><Relationship Type="http://schemas.openxmlformats.org/officeDocument/2006/relationships/image" Target="/ppt/media/image5.jpeg" Id="R17586b0e837b4a4d" /><Relationship Type="http://schemas.openxmlformats.org/officeDocument/2006/relationships/notesSlide" Target="/ppt/notesSlides/notesSlide3.xml" Id="R57b06dd4a26e45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126d98f8f4d08" /><Relationship Type="http://schemas.openxmlformats.org/officeDocument/2006/relationships/notesSlide" Target="/ppt/notesSlides/notesSlide4.xml" Id="R386994ab13294a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c3dc06ee743d9" /><Relationship Type="http://schemas.openxmlformats.org/officeDocument/2006/relationships/image" Target="/ppt/media/image6.jpeg" Id="Rc72d60b611934173" /><Relationship Type="http://schemas.openxmlformats.org/officeDocument/2006/relationships/notesSlide" Target="/ppt/notesSlides/notesSlide5.xml" Id="Rd0f6e67d22f4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f6c42ed1b4040" /><Relationship Type="http://schemas.openxmlformats.org/officeDocument/2006/relationships/image" Target="/ppt/media/image7.jpeg" Id="R3f5a29a3a28144ac" /><Relationship Type="http://schemas.openxmlformats.org/officeDocument/2006/relationships/notesSlide" Target="/ppt/notesSlides/notesSlide6.xml" Id="R93daaafc4f64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a124d4b64430" /><Relationship Type="http://schemas.openxmlformats.org/officeDocument/2006/relationships/image" Target="/ppt/media/image8.jpeg" Id="R4fb56c583ebd4948" /><Relationship Type="http://schemas.openxmlformats.org/officeDocument/2006/relationships/notesSlide" Target="/ppt/notesSlides/notesSlide7.xml" Id="Rd8268a4d50d547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1ed7078d6445d" /><Relationship Type="http://schemas.openxmlformats.org/officeDocument/2006/relationships/image" Target="/ppt/media/image9.jpeg" Id="Rb4bbcd82d6e24974" /><Relationship Type="http://schemas.openxmlformats.org/officeDocument/2006/relationships/notesSlide" Target="/ppt/notesSlides/notesSlide8.xml" Id="R66f6de250b204a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d33c194a142cc" /><Relationship Type="http://schemas.openxmlformats.org/officeDocument/2006/relationships/image" Target="/ppt/media/image10.jpeg" Id="R69046d23533844bb" /><Relationship Type="http://schemas.openxmlformats.org/officeDocument/2006/relationships/notesSlide" Target="/ppt/notesSlides/notesSlide9.xml" Id="R9be0d4c7f278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fd6a0b61749b3" /><Relationship Type="http://schemas.openxmlformats.org/officeDocument/2006/relationships/image" Target="/ppt/media/image11.jpeg" Id="R011836147c7e4f0f" /><Relationship Type="http://schemas.openxmlformats.org/officeDocument/2006/relationships/notesSlide" Target="/ppt/notesSlides/notesSlide10.xml" Id="R1a26c9b1fcc141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dfbfbb615451f" /><Relationship Type="http://schemas.openxmlformats.org/officeDocument/2006/relationships/image" Target="/ppt/media/image12.jpeg" Id="R3d39ae17385c4bef" /><Relationship Type="http://schemas.openxmlformats.org/officeDocument/2006/relationships/notesSlide" Target="/ppt/notesSlides/notesSlide11.xml" Id="Rcda2a0f01bcb48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51a94cd8465a" /><Relationship Type="http://schemas.openxmlformats.org/officeDocument/2006/relationships/image" Target="/ppt/media/image13.jpeg" Id="R95aca9b961354f1e" /><Relationship Type="http://schemas.openxmlformats.org/officeDocument/2006/relationships/notesSlide" Target="/ppt/notesSlides/notesSlide12.xml" Id="Rd588ea0ab70b4a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1a6b56da84557" /><Relationship Type="http://schemas.openxmlformats.org/officeDocument/2006/relationships/notesSlide" Target="/ppt/notesSlides/notesSlide13.xml" Id="Rfa6e2ee8cdda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f00f906045c4" /><Relationship Type="http://schemas.openxmlformats.org/officeDocument/2006/relationships/notesSlide" Target="/ppt/notesSlides/notesSlide14.xml" Id="R26b79048edc948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d9045c75a4cb8" /><Relationship Type="http://schemas.openxmlformats.org/officeDocument/2006/relationships/notesSlide" Target="/ppt/notesSlides/notesSlide15.xml" Id="R9d7fd14207b3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214DB-B72E-40C5-9BE5-E43E778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CE6DB-6A7F-49E8-988F-16A75F9E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6EA16-63EB-4203-BA18-EAAFB77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214"/>
                </a:solidFill>
              </a:defRPr>
            </a:pPr>
            <a:r>
              <a:rPr sz="4650" b="1">
                <a:solidFill>
                  <a:srgbClr val="101214"/>
                </a:solidFill>
              </a:rPr>
              <a:t>AniShort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E8534-AB47-45A9-BA6E-14DB81CF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214"/>
                </a:solidFill>
              </a:defRPr>
            </a:pPr>
            <a:r>
              <a:rPr sz="3300" b="1">
                <a:solidFill>
                  <a:srgbClr val="101214"/>
                </a:solidFill>
              </a:rPr>
              <a:t>AI 短剧创作全流程使用教程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262F8-525A-4C49-A0F1-FBE2FD01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646D"/>
                </a:solidFill>
              </a:defRPr>
            </a:pPr>
            <a:r>
              <a:rPr sz="1800" b="0">
                <a:solidFill>
                  <a:srgbClr val="5C646D"/>
                </a:solidFill>
              </a:rPr>
              <a:t>基于 Academy P0 视频深度拆解：从项目、画布、剧本、主体、分镜、图像、视频到 3D 导演台与团队协作。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0ec44dd534c3d"/>
          <a:srcRect xmlns:a="http://schemas.openxmlformats.org/drawingml/2006/main" l="14897" t="0" r="14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42950"/>
            <a:ext cx="47625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1044-E8DF-45B8-87A9-96444CA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214"/>
                </a:solidFill>
              </a:defRPr>
            </a:pPr>
            <a:r>
              <a:rPr sz="1650" b="1">
                <a:solidFill>
                  <a:srgbClr val="101214"/>
                </a:solidFill>
              </a:rPr>
              <a:t>适用对象：编剧、AI 美术、分镜导演、视频生成师、剪辑/审核、团队管理员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47756-164B-4C77-A701-2F2A4016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01</a:t>
            </a:r>
          </a:p>
        </p:txBody>
      </p:sp>
    </p:spTree>
    <p:extLst>
      <p:ext uri="{BB962C8B-B14F-4D97-AF65-F5344CB8AC3E}">
        <p14:creationId xmlns:p14="http://schemas.microsoft.com/office/powerpoint/2010/main" val="109074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90429-1750-42AD-90C7-A312765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56748-A8E6-49E8-8C29-24D27BB0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你会学会什么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D80FD-8157-4059-B383-76076BA6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19BA-94D9-41E0-8355-57731B0F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BEEE-1D76-4358-8B63-7F77263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214"/>
                </a:solidFill>
              </a:defRPr>
            </a:pPr>
            <a:r>
              <a:rPr sz="1950" b="0">
                <a:solidFill>
                  <a:srgbClr val="101214"/>
                </a:solidFill>
              </a:rPr>
              <a:t>认识 AniShort 的三种创作路径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86CDA-73E2-48C4-82C2-A8403B5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75A0B-B12E-421B-A543-EA950E7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214"/>
                </a:solidFill>
              </a:defRPr>
            </a:pPr>
            <a:r>
              <a:rPr sz="1950" b="0">
                <a:solidFill>
                  <a:srgbClr val="101214"/>
                </a:solidFill>
              </a:rPr>
              <a:t>在无限画布中搭建和执行节点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7BAC-33AA-461D-A19A-0EF8130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A3812-095D-4EA3-BC83-0817710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214"/>
                </a:solidFill>
              </a:defRPr>
            </a:pPr>
            <a:r>
              <a:rPr sz="1950" b="0">
                <a:solidFill>
                  <a:srgbClr val="101214"/>
                </a:solidFill>
              </a:rPr>
              <a:t>从剧本生成主体、分镜图和视频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AEC7D-34D6-4C9D-83D8-5E2FEA3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CB4D0-AE86-4074-AB98-988E70B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214"/>
                </a:solidFill>
              </a:defRPr>
            </a:pPr>
            <a:r>
              <a:rPr sz="1950" b="0">
                <a:solidFill>
                  <a:srgbClr val="101214"/>
                </a:solidFill>
              </a:rPr>
              <a:t>使用 720 全景图与 3D 导演台控制场景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5C8D7-5CE9-483F-9FD6-3F7E2853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5CB41-BE62-4E36-AC2E-D4BBF681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214"/>
                </a:solidFill>
              </a:defRPr>
            </a:pPr>
            <a:r>
              <a:rPr sz="1950" b="0">
                <a:solidFill>
                  <a:srgbClr val="101214"/>
                </a:solidFill>
              </a:rPr>
              <a:t>理解个人版与团队版的协作和积分差异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72a3386e346ac"/>
          <a:srcRect xmlns:a="http://schemas.openxmlformats.org/drawingml/2006/main" l="0" t="25541" r="0" b="25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809750"/>
            <a:ext cx="4762500" cy="3333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60A87-CC79-40CB-B362-2C8F041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02</a:t>
            </a:r>
          </a:p>
        </p:txBody>
      </p:sp>
    </p:spTree>
    <p:extLst>
      <p:ext uri="{BB962C8B-B14F-4D97-AF65-F5344CB8AC3E}">
        <p14:creationId xmlns:p14="http://schemas.microsoft.com/office/powerpoint/2010/main" val="1806487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59AF9-644E-46FC-81DC-1A2DE081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668EE-0EBF-410F-BFCD-A92FA9C5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三种创作路径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47458-C505-491A-A25E-1281DFA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b8663057644a0"/>
          <a:srcRect xmlns:a="http://schemas.openxmlformats.org/drawingml/2006/main" l="0" t="27229" r="0" b="27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3390900" cy="2209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AE08A-C09F-4A1C-A727-5E28015D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214"/>
                </a:solidFill>
              </a:defRPr>
            </a:pPr>
            <a:r>
              <a:rPr sz="2025" b="1">
                <a:solidFill>
                  <a:srgbClr val="101214"/>
                </a:solidFill>
              </a:rPr>
              <a:t>基础短剧工作流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57E6-E1CC-47D6-9410-4CB3FEA0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46D"/>
                </a:solidFill>
              </a:defRPr>
            </a:pPr>
            <a:r>
              <a:rPr sz="1500" b="0">
                <a:solidFill>
                  <a:srgbClr val="5C646D"/>
                </a:solidFill>
              </a:rPr>
              <a:t>适合标准项目：按模板从剧本一路生成到视频。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ebf84ec34381"/>
          <a:srcRect xmlns:a="http://schemas.openxmlformats.org/drawingml/2006/main" l="5831" t="0" r="5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809750"/>
            <a:ext cx="3390900" cy="2209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D7AD8-7D80-4149-B887-B6F45B1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8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214"/>
                </a:solidFill>
              </a:defRPr>
            </a:pPr>
            <a:r>
              <a:rPr sz="2025" b="1">
                <a:solidFill>
                  <a:srgbClr val="101214"/>
                </a:solidFill>
              </a:rPr>
              <a:t>最新工作流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24557-1C23-46E9-955E-3EF86106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46D"/>
                </a:solidFill>
              </a:defRPr>
            </a:pPr>
            <a:r>
              <a:rPr sz="1500" b="0">
                <a:solidFill>
                  <a:srgbClr val="5C646D"/>
                </a:solidFill>
              </a:rPr>
              <a:t>适合快速出片：AI 辅助改写、参数默认、批量生成。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86b0e837b4a4d"/>
          <a:srcRect xmlns:a="http://schemas.openxmlformats.org/drawingml/2006/main" l="5831" t="0" r="5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809750"/>
            <a:ext cx="3390900" cy="2209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0D999-2240-4215-BCE4-33A3CDA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214"/>
                </a:solidFill>
              </a:defRPr>
            </a:pPr>
            <a:r>
              <a:rPr sz="2025" b="1">
                <a:solidFill>
                  <a:srgbClr val="101214"/>
                </a:solidFill>
              </a:rPr>
              <a:t>自由式工作流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5020D-8CEF-4C49-ADF4-1F86D980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46D"/>
                </a:solidFill>
              </a:defRPr>
            </a:pPr>
            <a:r>
              <a:rPr sz="1500" b="0">
                <a:solidFill>
                  <a:srgbClr val="5C646D"/>
                </a:solidFill>
              </a:rPr>
              <a:t>适合探索创作：手动搭节点、连参考图、局部执行。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20352-7152-43C9-9263-7B67F72D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03</a:t>
            </a:r>
          </a:p>
        </p:txBody>
      </p:sp>
    </p:spTree>
    <p:extLst>
      <p:ext uri="{BB962C8B-B14F-4D97-AF65-F5344CB8AC3E}">
        <p14:creationId xmlns:p14="http://schemas.microsoft.com/office/powerpoint/2010/main" val="571968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C0387-52CA-46DC-A718-22533EC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3B04B-B7A9-487D-BEFF-03A8EAD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标准短剧主流程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90D4E-A790-461A-8D4D-08F91A5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28A0-8167-44FD-B709-5D24CBA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9525">
            <a:solidFill>
              <a:srgbClr val="15C8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17380-1013-4473-B4A8-CB716CD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ADB51-E637-4437-8D83-33B3478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剧本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F81FE-30C5-47A4-8359-802347C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436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EE87F-2897-4C4E-87EA-5BCE31E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736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36E93-F242-4671-8298-C3FE0CAF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736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分段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DD152-23CC-4AE0-8A1C-2E90AB1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21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71FCA-0B70-43B1-938A-62892485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821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B4E3-0DB2-445D-9D33-904AAB77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821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主体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3ABB4-E46B-4981-861B-FDA52841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607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1B19B-2433-4C3C-84B3-B0EB99C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07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6A166-6F99-406C-A1F0-C506277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907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分镜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2673C-013C-4C02-B360-6A23DE2C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693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79090-AE39-4F34-ABCE-85A7461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993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14AA0-1627-4458-A85B-3DDE174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993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图像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1F9F2-D2EA-44D0-B04D-12A5BE3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779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0CC78-FE16-4C17-8882-A3B1B13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9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03DD2-DB34-44FB-A6F7-33367F0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079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视频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55782-1AD4-4361-AA23-4A671C9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864" y="2057400"/>
            <a:ext cx="1496786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55B7F-BB49-4136-A80A-DFA99F8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164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2EADA-21D2-4946-AE13-73110EA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164" y="2209800"/>
            <a:ext cx="9062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214"/>
                </a:solidFill>
              </a:defRPr>
            </a:pPr>
            <a:r>
              <a:rPr sz="1425" b="1">
                <a:solidFill>
                  <a:srgbClr val="101214"/>
                </a:solidFill>
              </a:rPr>
              <a:t>剪辑审阅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9D581-C5F2-41EB-B772-B7704934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C8B8"/>
                </a:solidFill>
              </a:defRPr>
            </a:pPr>
            <a:r>
              <a:rPr sz="180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EF65F-73AB-42E9-8A3A-DB4E78FD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965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先把故事变成可执行的结构化数据，再生成画面和视频。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62A16-B34B-4DF7-B847-B474C14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C8B8"/>
                </a:solidFill>
              </a:defRPr>
            </a:pPr>
            <a:r>
              <a:rPr sz="180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6F7EE-22BC-49AD-8CA3-F78CDB9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965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主体库负责一致性：角色、场景、道具、音色都要可复用。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25498-C25D-452C-B56B-435E7A1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C8B8"/>
                </a:solidFill>
              </a:defRPr>
            </a:pPr>
            <a:r>
              <a:rPr sz="180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7BE05-D9BC-47C5-A370-8205C9E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965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分镜节点输出 Scene，不只是单条提示词。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E1630-1AE5-40BF-A60A-89D1B10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04</a:t>
            </a:r>
          </a:p>
        </p:txBody>
      </p:sp>
    </p:spTree>
    <p:extLst>
      <p:ext uri="{BB962C8B-B14F-4D97-AF65-F5344CB8AC3E}">
        <p14:creationId xmlns:p14="http://schemas.microsoft.com/office/powerpoint/2010/main" val="1216878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8E4AA-CD73-4ABD-8063-EBA1DED4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A4DB3-B2F9-45BB-8F7A-EBAD7916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画布工作区怎么用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15A9E-A5C4-441D-B44C-484E60F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d60b611934173"/>
          <a:srcRect xmlns:a="http://schemas.openxmlformats.org/drawingml/2006/main" l="1154" t="0" r="11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B8701-9B83-49F5-A5F8-0A6C803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FCD1-D774-4EB0-9DEE-33887C5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左侧：画布列表、节点搜索、历史版本。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E2F2-E2A1-4237-861C-824FF1D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1D44C-B14F-41ED-8E63-3B91645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中间：无限画布、节点、连线、分组。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8BBF2-3702-40B8-A131-3BF54FD6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52C4A-0C51-48B2-AF80-2CCFCFF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底部：缩放、选择/移动、添加节点、主体库、资源备份、全局风格。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5D1BD-B8D6-43E7-9A0D-69CCDCF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EC93B-162C-4204-BF9E-F0E8A61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右键：快速创建节点和执行节点动作。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81C76-B7EE-453E-AA1E-07BE10A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05</a:t>
            </a:r>
          </a:p>
        </p:txBody>
      </p:sp>
    </p:spTree>
    <p:extLst>
      <p:ext uri="{BB962C8B-B14F-4D97-AF65-F5344CB8AC3E}">
        <p14:creationId xmlns:p14="http://schemas.microsoft.com/office/powerpoint/2010/main" val="961929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405FBB-8D38-4998-8034-287FD6B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CC428-7FD0-4E2D-B367-ECE6D5CE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剧本节点与剧本分段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90F5-8805-48EA-A3C6-335359B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a29a3a28144ac"/>
          <a:srcRect xmlns:a="http://schemas.openxmlformats.org/drawingml/2006/main" l="2273" t="0" r="2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8A511-419F-47B6-BEF4-754061A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4A1BB-CFBA-48AE-B145-5ABFE38A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剧本节点保存原文、优化文和最终确认稿。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9248D-AA4A-4005-AB90-2089897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40569-DEA3-4BEB-950D-993003FC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分段节点支持智能分段和固定分段。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96BE-240A-47AB-A245-7616A58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DA693-0F23-4AC6-9937-777F235A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短剧段落通常按 1-15 秒拆分。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97553-3A45-452A-89B2-8B4C10B7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DACD5-B36D-4C98-BFE5-5A4B625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可同时生成角色、场景、道具提示词草稿。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19E5C-D5F8-4F51-A3F0-AA56A7A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06</a:t>
            </a:r>
          </a:p>
        </p:txBody>
      </p:sp>
    </p:spTree>
    <p:extLst>
      <p:ext uri="{BB962C8B-B14F-4D97-AF65-F5344CB8AC3E}">
        <p14:creationId xmlns:p14="http://schemas.microsoft.com/office/powerpoint/2010/main" val="359548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58B77-FA67-4DD2-BD25-EF8E8201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8DBB7-DDFD-46E5-96FD-9891D06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主体：角色、场景、道具、音色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FF78B-62BF-4AC2-B172-1A00163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56c583ebd4948"/>
          <a:srcRect xmlns:a="http://schemas.openxmlformats.org/drawingml/2006/main" l="5189" t="0" r="5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6013B-94B1-43F7-9E7A-FD07937F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66BDF-BF16-48CD-AFC8-B7DCEA86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主体是影片一致性的基础，不等于人物。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2185A-28A5-4BD1-BC51-3FE6AD0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4B3-C795-4F47-A4D4-39D0DF22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主体提取先从剧本识别候选主体。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9B6DC-8CA0-4901-8D08-29E54BE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F494A-5967-431A-81F5-7085A34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主体生成产出设定图、多视图或三视图。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1EA6D-2C4A-4BA1-A7CF-ED43953C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89DB1-642A-42A3-8058-A6EBB84F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命名后加入主体库，后续分镜和图像节点复用。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D977A-8A3E-4B6E-9036-CAE538D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07</a:t>
            </a:r>
          </a:p>
        </p:txBody>
      </p:sp>
    </p:spTree>
    <p:extLst>
      <p:ext uri="{BB962C8B-B14F-4D97-AF65-F5344CB8AC3E}">
        <p14:creationId xmlns:p14="http://schemas.microsoft.com/office/powerpoint/2010/main" val="619257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FC980-5F21-4D78-AD48-73D9489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C32D-43B9-44D0-8DCD-3245CCA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分镜节点输出什么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21DA6-0F7D-4785-9E38-5537563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bcd82d6e24974"/>
          <a:srcRect xmlns:a="http://schemas.openxmlformats.org/drawingml/2006/main" l="5189" t="0" r="5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3FE5A-BEEE-4BBF-A7E0-8DE4B25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13AE3-8C80-4B91-94C4-18A01F3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每个段落转成 Scene 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493F6-B387-4B90-B624-EA4D7869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02E7B-0B8A-4D63-AFC6-A301485F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短段落可生成四宫格，长段落可生成九宫格。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878D4-4BD8-444B-9F88-56494EFF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A1AA4-ED78-46AA-A444-11A6F11C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输出包括分镜图提示词、视频提示词、旁白、负面提示词。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86060-92E2-48AD-988F-B7624D71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3E03B-9725-4536-A244-FE8372A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资产汇总表会标记主体库状态。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958F3-5EFE-4B28-8314-922C1BF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08</a:t>
            </a:r>
          </a:p>
        </p:txBody>
      </p:sp>
    </p:spTree>
    <p:extLst>
      <p:ext uri="{BB962C8B-B14F-4D97-AF65-F5344CB8AC3E}">
        <p14:creationId xmlns:p14="http://schemas.microsoft.com/office/powerpoint/2010/main" val="1465410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4C2D0-6331-4DB3-BB14-686BFB62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D91F2-F2F0-4F18-B0ED-BB7FF52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图像生成与 720 全景图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F5F5C-6C10-4984-B662-663FF75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46d23533844bb"/>
          <a:srcRect xmlns:a="http://schemas.openxmlformats.org/drawingml/2006/main" l="2273" t="0" r="2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17D7-0F18-43CB-ABB4-8B5E56E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DC893-D7C3-42F8-B495-27063BB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图像节点支持提示词、参考图、主体库引用。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10D1A-5868-4719-B8BB-AFD2F71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CE4CD-EFC8-4C7E-9A11-29CAA67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右键或顶部动作可把场景图转换为 720 全景图。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E1E09-8EA5-456E-A09B-323D699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C7793-79F9-4F21-ACEF-D48EFA2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全景图用于稳定场景一致性和角色站位。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9FE38-1F6C-4B3C-8A88-B3B611F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9E0BF-5B44-420B-8573-CBE53B5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推荐图像模型：Banana Pro；批量可用 Seedream。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F5FBE-CF6C-43A2-9E54-E37E4CD4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09</a:t>
            </a:r>
          </a:p>
        </p:txBody>
      </p:sp>
    </p:spTree>
    <p:extLst>
      <p:ext uri="{BB962C8B-B14F-4D97-AF65-F5344CB8AC3E}">
        <p14:creationId xmlns:p14="http://schemas.microsoft.com/office/powerpoint/2010/main" val="9074026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3BC9F-8191-40F6-989A-AFD8991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B1195-C44B-4D18-BB59-89C72BE7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视频生成：从画面到动态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7F097-C78F-4E0E-96BD-8222182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836147c7e4f0f"/>
          <a:srcRect xmlns:a="http://schemas.openxmlformats.org/drawingml/2006/main" l="5189" t="0" r="5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9B9C9-62FC-4071-AFF7-A167AC4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4B51E-6711-4272-8354-4AC0227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支持文本、首帧/尾帧、参考图、参考视频、视频编辑。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04DD1-D7E3-4EB4-B8E1-505D60E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4B72-0ED8-45E7-A9B1-42CAC1D1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短剧主流程推荐 Seedance 2.0。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CED66-E170-45F2-B497-0A07F18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02C0-2540-497F-B85D-2BCE2A6D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快速试错可用 Seedance 2.0 fast / mini。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A740A-C1B0-45DC-B2A5-CB7652D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02D3B-E790-4B4F-81D2-BB13D42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动作迁移需要参考图和参考视频。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3F4E8-FFFB-40C3-A02F-A12F87B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10</a:t>
            </a:r>
          </a:p>
        </p:txBody>
      </p:sp>
    </p:spTree>
    <p:extLst>
      <p:ext uri="{BB962C8B-B14F-4D97-AF65-F5344CB8AC3E}">
        <p14:creationId xmlns:p14="http://schemas.microsoft.com/office/powerpoint/2010/main" val="1533875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1B652-5DFC-4D56-9771-9C648312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19A6A-032B-48C1-965C-76FC5C40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3D 导演台：控制比例、站位、机位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9D8CF-8958-43F4-B8B0-B0171E82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9ae17385c4bef"/>
          <a:srcRect xmlns:a="http://schemas.openxmlformats.org/drawingml/2006/main" l="2273" t="0" r="2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781AE-809E-4512-88F7-6D8118F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20953-3870-465B-92EA-875BCBF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从 3D 导演台节点进入独立工作台。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192D2-E352-4DB4-8324-ABBE008F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19441-1F6F-4FD5-BA19-BCE93F72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加载场景/全景背景，拖入人物白模。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B417F-3E78-4C36-ACC7-E2418B6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67F55-3DD6-4095-8F3A-5FFBEC5C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用位移、旋转、缩放调整人物比例和站位。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069E0-A9D1-4E9B-BDFF-C0D44292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8722-E978-46DB-92CB-F30C8F23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保存镜头并输出参考图给后续图像/视频节点。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4D9C4-723F-449B-A8B9-FFE74A2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11</a:t>
            </a:r>
          </a:p>
        </p:txBody>
      </p:sp>
    </p:spTree>
    <p:extLst>
      <p:ext uri="{BB962C8B-B14F-4D97-AF65-F5344CB8AC3E}">
        <p14:creationId xmlns:p14="http://schemas.microsoft.com/office/powerpoint/2010/main" val="348039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3EE2A-8B83-40F0-9E15-83415D9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87559-0A4A-46F5-BEF0-E6BB361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个人版与团队版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E28A3-6069-4790-B0AF-CF08901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ca9b961354f1e"/>
          <a:srcRect xmlns:a="http://schemas.openxmlformats.org/drawingml/2006/main" l="27968" t="0" r="279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09750"/>
            <a:ext cx="53340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CC056-436B-4054-B64C-3DD25366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9411-C346-4A73-9037-8E2EC80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个人版：积分属于个人，项目默认个人可见。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8B5B7-3777-4B55-B0CA-DDA2FC5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C7F9D-B65F-4219-92D3-F64D9A1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团队版：团队创建者充值，并给成员分配积分。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9528C-F929-40E2-B637-40C36E88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10A17-A0B3-474D-8FAF-6B99AFFD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个人空间和团队空间分开计量。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F2DF1-1AD5-482E-A84C-F92F97E2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D494B-DAE9-40F9-A8A7-C29C56A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团队项目支持成员共同创作和生成记录统计。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472D1-FED9-4AB1-8FC4-42A112AF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12</a:t>
            </a:r>
          </a:p>
        </p:txBody>
      </p:sp>
    </p:spTree>
    <p:extLst>
      <p:ext uri="{BB962C8B-B14F-4D97-AF65-F5344CB8AC3E}">
        <p14:creationId xmlns:p14="http://schemas.microsoft.com/office/powerpoint/2010/main" val="256260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64C44-A17D-445E-9CDB-5DB15C0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9F8D8-6904-4983-BAA2-B43F2D8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常用模型推荐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D099A-CC37-45F0-8C5C-25E6E735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EE46-93D1-47B8-94E0-5EC3405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E97A-FD0A-4A92-9AC4-8AB21CB0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159CC-555B-4CBF-9685-2A296847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推荐模型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FE4C2-4D8B-4A35-9AC4-E4234705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适用场景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699E5-F808-414D-8BC7-D675726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E530D-3E20-4812-8D21-DD91C0E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图像默认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F3BB8-1278-4243-BFF4-6DCDAB19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Banana Pro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2D8D0-F641-4B8D-9C3B-260F6DA8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复杂提示词和高质量设定图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EB536-83B2-476A-840B-CF03FA2D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A42A9-DD7B-44BA-8955-8E5C27B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图像批量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139C2-4C29-4E2F-9A6F-9B203CFA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0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Seedream 5.0 / 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D7403-BD0D-4F87-AFA4-2C369E4F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主体图、分镜图批量生成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5C923-DAAC-4989-B551-9FEEDEE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7969D-68E8-423E-93BC-FFF5CB2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视频主线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6191E-C7F5-46BC-9C01-C1644EB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Seedance 2.0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FF898-8883-4EED-944A-7F9C1CB0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短剧工作流默认推荐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25D83-3F2C-4BEB-884E-191A615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55974-542A-46BD-BB4E-223B891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视频快速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FC329-85A8-4283-B5F8-3799323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Seedance 2.0 fast / mini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99CCC-F99B-4D28-8BB7-923FB68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批量试错和快速预览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3EA03-CF31-4D0A-9B6C-8840CF4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D2854-035D-4151-A7F2-0AE7D371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动作参考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052C9-67A0-4A32-8C5F-27467CD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C8B8"/>
                </a:solidFill>
              </a:defRPr>
            </a:pPr>
            <a:r>
              <a:rPr sz="1650" b="1">
                <a:solidFill>
                  <a:srgbClr val="15C8B8"/>
                </a:solidFill>
              </a:rPr>
              <a:t>可灵 V3 Omini / 动作迁移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28882-BCC4-4FBF-8B20-F20AA7BB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参考视频、动作迁移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9F309-470C-44AD-BD8F-5B3733A6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13</a:t>
            </a:r>
          </a:p>
        </p:txBody>
      </p:sp>
    </p:spTree>
    <p:extLst>
      <p:ext uri="{BB962C8B-B14F-4D97-AF65-F5344CB8AC3E}">
        <p14:creationId xmlns:p14="http://schemas.microsoft.com/office/powerpoint/2010/main" val="1681927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AEB6FF-8FD6-454C-BCAB-D58B5F7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46D"/>
                </a:solidFill>
              </a:defRPr>
            </a:pPr>
            <a:r>
              <a:rPr sz="1200" b="1">
                <a:solidFill>
                  <a:srgbClr val="5C646D"/>
                </a:solidFill>
              </a:rPr>
              <a:t>AniShort 使用教程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6D77-8F0C-4E3A-AA06-6622BF9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214"/>
                </a:solidFill>
              </a:defRPr>
            </a:pPr>
            <a:r>
              <a:rPr sz="2850" b="1">
                <a:solidFill>
                  <a:srgbClr val="101214"/>
                </a:solidFill>
              </a:rPr>
              <a:t>常见问题处理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B920E-E56E-4707-A6E3-061D8F65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95299-A547-44E4-9EBB-8207FBB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模型失败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019E3-8FBB-486C-857E-BEF81E1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先看失败提示和积分状态，再换模型或缩短提示词。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6566C-7C22-4AA9-9249-3B4B8DFA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8B826-EC55-401B-912A-9A8B3F8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人物不一致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4A15D-BE56-4204-9E00-A9E5193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检查主体库引用、命名、参考图是否连接。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315EC-8313-4CF3-A16A-2A8AD2E6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BE7E-9494-485D-B716-750E15D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场景漂移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AAA05-426B-4FB4-9E94-4786319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先做场景主体，再转 720 全景，必要时进 3D 导演台。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F4486-6266-46AB-94C1-2E98C1B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BC749-D642-4C17-B229-9978815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视频不可控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FCA04-FCB1-4466-8508-A14F0AF4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先生成可控参考图，再用首帧/尾帧或参考视频模式。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90DA8-6E32-4C15-AA2D-B838A8A3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F525E-57E0-408F-87F2-EDCC5B3F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误删节点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B8909-FA99-4891-A186-7D528B1D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9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从历史版本或资源备份找回。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7A543-9457-4DAB-A08B-073D87FE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FDCBD-D0D0-4B77-AAC5-93E119AD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46D"/>
                </a:solidFill>
              </a:defRPr>
            </a:pPr>
            <a:r>
              <a:rPr sz="1050" b="0">
                <a:solidFill>
                  <a:srgbClr val="5C646D"/>
                </a:solidFill>
              </a:rPr>
              <a:t>Academy P0 视频审计 · 2026-07-01 · 14</a:t>
            </a:r>
          </a:p>
        </p:txBody>
      </p:sp>
    </p:spTree>
    <p:extLst>
      <p:ext uri="{BB962C8B-B14F-4D97-AF65-F5344CB8AC3E}">
        <p14:creationId xmlns:p14="http://schemas.microsoft.com/office/powerpoint/2010/main" val="25251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B502D-BF8F-4161-B2D1-EFBDB92F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培训后的实操验收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9745A-5F70-4417-AB18-66A3445E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C8B8"/>
                </a:solidFill>
              </a:defRPr>
            </a:pPr>
            <a:r>
              <a:rPr sz="1875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6338A-046C-45D1-955C-1D37333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2880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能独立创建一个短剧项目并打开画布。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2C11E-DD30-4D81-9D9C-F93CC1A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C8B8"/>
                </a:solidFill>
              </a:defRPr>
            </a:pPr>
            <a:r>
              <a:rPr sz="1875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2EBB2-1C10-4307-8ABD-0A71DAF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能从剧本生成主体表和至少一个主体设定图。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CF32C-257C-4B4F-ACBA-071F274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C8B8"/>
                </a:solidFill>
              </a:defRPr>
            </a:pPr>
            <a:r>
              <a:rPr sz="1875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F4805-BACF-4F12-A7F1-1222795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能生成一个 Scene 分镜图和一个视频。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E946-3F16-4EE1-AB5B-16A9A049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C8B8"/>
                </a:solidFill>
              </a:defRPr>
            </a:pPr>
            <a:r>
              <a:rPr sz="1875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47585-2992-4687-991A-5F787B14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能把场景图转为 720 全景并进入 3D 导演台调整站位。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0945-B568-4883-9A23-B0EA02BD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C8B8"/>
                </a:solidFill>
              </a:defRPr>
            </a:pPr>
            <a:r>
              <a:rPr sz="1875" b="1">
                <a:solidFill>
                  <a:srgbClr val="15C8B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60BCD-3124-48AF-945C-348378F7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能说明个人版与团队版的积分和协作差异。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8137-C385-499F-B7FA-81EBD91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C8B8"/>
                </a:solidFill>
              </a:defRPr>
            </a:pPr>
            <a:r>
              <a:rPr sz="1950" b="1">
                <a:solidFill>
                  <a:srgbClr val="15C8B8"/>
                </a:solidFill>
              </a:rPr>
              <a:t>建议用 30-45 分钟完成一次从剧本到视频的演练。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A62F0-1A96-4858-85FC-A20816C4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E969F"/>
                </a:solidFill>
              </a:defRPr>
            </a:pPr>
            <a:r>
              <a:rPr sz="1050" b="0">
                <a:solidFill>
                  <a:srgbClr val="8E969F"/>
                </a:solidFill>
              </a:rPr>
              <a:t>Academy P0 视频审计 · 2026-07-01 · 15</a:t>
            </a:r>
          </a:p>
        </p:txBody>
      </p:sp>
    </p:spTree>
    <p:extLst>
      <p:ext uri="{BB962C8B-B14F-4D97-AF65-F5344CB8AC3E}">
        <p14:creationId xmlns:p14="http://schemas.microsoft.com/office/powerpoint/2010/main" val="44707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2026-07-01T05:18:19.1470000Z</dcterms:created>
  <dcterms:modified xsi:type="dcterms:W3CDTF">2026-07-01T05:18:19.1470000Z</dcterms:modified>
</coreProperties>
</file>